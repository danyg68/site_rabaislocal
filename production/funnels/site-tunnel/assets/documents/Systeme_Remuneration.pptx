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86B"/>
    <a:srgbClr val="243C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40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213AE1-2F8E-4C8A-BDB1-99FDDA25663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0C5A761-19A5-4B4C-B7FF-58396D1079AD}">
      <dgm:prSet/>
      <dgm:spPr/>
      <dgm:t>
        <a:bodyPr/>
        <a:lstStyle/>
        <a:p>
          <a:r>
            <a:rPr lang="fr-CA" noProof="0" dirty="0"/>
            <a:t>Un modèle simple, cumulatif et équitable.</a:t>
          </a:r>
        </a:p>
      </dgm:t>
    </dgm:pt>
    <dgm:pt modelId="{5B34B466-2013-48B3-88A4-51E85B940D77}" type="parTrans" cxnId="{7AAD4BBD-B0B5-4FF9-AA08-B22C08561B50}">
      <dgm:prSet/>
      <dgm:spPr/>
      <dgm:t>
        <a:bodyPr/>
        <a:lstStyle/>
        <a:p>
          <a:endParaRPr lang="en-US"/>
        </a:p>
      </dgm:t>
    </dgm:pt>
    <dgm:pt modelId="{EAF3AC51-A599-42A9-91AF-A43D37B02491}" type="sibTrans" cxnId="{7AAD4BBD-B0B5-4FF9-AA08-B22C08561B50}">
      <dgm:prSet/>
      <dgm:spPr/>
      <dgm:t>
        <a:bodyPr/>
        <a:lstStyle/>
        <a:p>
          <a:endParaRPr lang="en-US"/>
        </a:p>
      </dgm:t>
    </dgm:pt>
    <dgm:pt modelId="{6D79DDE9-6EB8-4C89-BCF0-BCAF84CA01EA}">
      <dgm:prSet/>
      <dgm:spPr/>
      <dgm:t>
        <a:bodyPr/>
        <a:lstStyle/>
        <a:p>
          <a:r>
            <a:rPr lang="fr-CA" noProof="0" dirty="0"/>
            <a:t>Aucune pression, aucun quota, aucune obligation d'achat.</a:t>
          </a:r>
        </a:p>
      </dgm:t>
    </dgm:pt>
    <dgm:pt modelId="{5E097195-50E4-4532-8473-008687F03C9A}" type="parTrans" cxnId="{EF6D3A1E-FE16-4C6D-A45C-28B74DAA7F3D}">
      <dgm:prSet/>
      <dgm:spPr/>
      <dgm:t>
        <a:bodyPr/>
        <a:lstStyle/>
        <a:p>
          <a:endParaRPr lang="en-US"/>
        </a:p>
      </dgm:t>
    </dgm:pt>
    <dgm:pt modelId="{DCDB7ADD-9894-4CED-97C3-3EEF301C4268}" type="sibTrans" cxnId="{EF6D3A1E-FE16-4C6D-A45C-28B74DAA7F3D}">
      <dgm:prSet/>
      <dgm:spPr/>
      <dgm:t>
        <a:bodyPr/>
        <a:lstStyle/>
        <a:p>
          <a:endParaRPr lang="en-US"/>
        </a:p>
      </dgm:t>
    </dgm:pt>
    <dgm:pt modelId="{637B44CF-6C9F-4AEB-8FA4-17055DDE9CF5}">
      <dgm:prSet/>
      <dgm:spPr/>
      <dgm:t>
        <a:bodyPr/>
        <a:lstStyle/>
        <a:p>
          <a:r>
            <a:rPr lang="fr-CA" noProof="0" dirty="0"/>
            <a:t>Vous êtes rémunéré sur l'activité réelle de votre réseau.</a:t>
          </a:r>
        </a:p>
      </dgm:t>
    </dgm:pt>
    <dgm:pt modelId="{41E162D2-DF61-4EAE-90B2-440861007650}" type="parTrans" cxnId="{1A91F0C1-6CBC-4B25-9E91-802015245BA0}">
      <dgm:prSet/>
      <dgm:spPr/>
      <dgm:t>
        <a:bodyPr/>
        <a:lstStyle/>
        <a:p>
          <a:endParaRPr lang="en-US"/>
        </a:p>
      </dgm:t>
    </dgm:pt>
    <dgm:pt modelId="{7AEF6D33-2B7C-409D-AE9F-1B63C2E0688B}" type="sibTrans" cxnId="{1A91F0C1-6CBC-4B25-9E91-802015245BA0}">
      <dgm:prSet/>
      <dgm:spPr/>
      <dgm:t>
        <a:bodyPr/>
        <a:lstStyle/>
        <a:p>
          <a:endParaRPr lang="en-US"/>
        </a:p>
      </dgm:t>
    </dgm:pt>
    <dgm:pt modelId="{89293789-11F7-4CD7-80B3-F1B5E04D11FA}" type="pres">
      <dgm:prSet presAssocID="{5E213AE1-2F8E-4C8A-BDB1-99FDDA25663C}" presName="root" presStyleCnt="0">
        <dgm:presLayoutVars>
          <dgm:dir/>
          <dgm:resizeHandles val="exact"/>
        </dgm:presLayoutVars>
      </dgm:prSet>
      <dgm:spPr/>
    </dgm:pt>
    <dgm:pt modelId="{255D2D48-6213-471D-AE9D-5A4DCBF7EF3F}" type="pres">
      <dgm:prSet presAssocID="{E0C5A761-19A5-4B4C-B7FF-58396D1079AD}" presName="compNode" presStyleCnt="0"/>
      <dgm:spPr/>
    </dgm:pt>
    <dgm:pt modelId="{91590036-0051-44C5-981A-7605CDAD5F50}" type="pres">
      <dgm:prSet presAssocID="{E0C5A761-19A5-4B4C-B7FF-58396D1079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gement"/>
        </a:ext>
      </dgm:extLst>
    </dgm:pt>
    <dgm:pt modelId="{524C5F36-58FC-4D5A-83AD-423E3CA4C6C7}" type="pres">
      <dgm:prSet presAssocID="{E0C5A761-19A5-4B4C-B7FF-58396D1079AD}" presName="spaceRect" presStyleCnt="0"/>
      <dgm:spPr/>
    </dgm:pt>
    <dgm:pt modelId="{38125738-3FBB-47C3-9B72-50F41388071C}" type="pres">
      <dgm:prSet presAssocID="{E0C5A761-19A5-4B4C-B7FF-58396D1079AD}" presName="textRect" presStyleLbl="revTx" presStyleIdx="0" presStyleCnt="3">
        <dgm:presLayoutVars>
          <dgm:chMax val="1"/>
          <dgm:chPref val="1"/>
        </dgm:presLayoutVars>
      </dgm:prSet>
      <dgm:spPr/>
    </dgm:pt>
    <dgm:pt modelId="{605988BD-FB4C-41FB-A198-70387B366645}" type="pres">
      <dgm:prSet presAssocID="{EAF3AC51-A599-42A9-91AF-A43D37B02491}" presName="sibTrans" presStyleCnt="0"/>
      <dgm:spPr/>
    </dgm:pt>
    <dgm:pt modelId="{5DEB47D6-B714-4A02-896D-B5F9DA5B9911}" type="pres">
      <dgm:prSet presAssocID="{6D79DDE9-6EB8-4C89-BCF0-BCAF84CA01EA}" presName="compNode" presStyleCnt="0"/>
      <dgm:spPr/>
    </dgm:pt>
    <dgm:pt modelId="{F7AD35B0-496E-427C-823D-8E1171318888}" type="pres">
      <dgm:prSet presAssocID="{6D79DDE9-6EB8-4C89-BCF0-BCAF84CA01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4AE71C6-4183-44BF-9B87-ED6E79989873}" type="pres">
      <dgm:prSet presAssocID="{6D79DDE9-6EB8-4C89-BCF0-BCAF84CA01EA}" presName="spaceRect" presStyleCnt="0"/>
      <dgm:spPr/>
    </dgm:pt>
    <dgm:pt modelId="{C399356A-AB95-4BD8-8056-A96B8105936E}" type="pres">
      <dgm:prSet presAssocID="{6D79DDE9-6EB8-4C89-BCF0-BCAF84CA01EA}" presName="textRect" presStyleLbl="revTx" presStyleIdx="1" presStyleCnt="3">
        <dgm:presLayoutVars>
          <dgm:chMax val="1"/>
          <dgm:chPref val="1"/>
        </dgm:presLayoutVars>
      </dgm:prSet>
      <dgm:spPr/>
    </dgm:pt>
    <dgm:pt modelId="{D102C33D-602E-4F48-B12C-4EA49C871B56}" type="pres">
      <dgm:prSet presAssocID="{DCDB7ADD-9894-4CED-97C3-3EEF301C4268}" presName="sibTrans" presStyleCnt="0"/>
      <dgm:spPr/>
    </dgm:pt>
    <dgm:pt modelId="{FF33699D-6802-4FD8-8C51-844B45F2AF95}" type="pres">
      <dgm:prSet presAssocID="{637B44CF-6C9F-4AEB-8FA4-17055DDE9CF5}" presName="compNode" presStyleCnt="0"/>
      <dgm:spPr/>
    </dgm:pt>
    <dgm:pt modelId="{62CD59D3-F184-4D2C-8C0B-342FFBCC2FAD}" type="pres">
      <dgm:prSet presAssocID="{637B44CF-6C9F-4AEB-8FA4-17055DDE9C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23088B58-1052-44A9-B910-D2B3E9C26C9D}" type="pres">
      <dgm:prSet presAssocID="{637B44CF-6C9F-4AEB-8FA4-17055DDE9CF5}" presName="spaceRect" presStyleCnt="0"/>
      <dgm:spPr/>
    </dgm:pt>
    <dgm:pt modelId="{DEC545FF-96AC-4294-B3F6-AB35D1781D14}" type="pres">
      <dgm:prSet presAssocID="{637B44CF-6C9F-4AEB-8FA4-17055DDE9CF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6D3A1E-FE16-4C6D-A45C-28B74DAA7F3D}" srcId="{5E213AE1-2F8E-4C8A-BDB1-99FDDA25663C}" destId="{6D79DDE9-6EB8-4C89-BCF0-BCAF84CA01EA}" srcOrd="1" destOrd="0" parTransId="{5E097195-50E4-4532-8473-008687F03C9A}" sibTransId="{DCDB7ADD-9894-4CED-97C3-3EEF301C4268}"/>
    <dgm:cxn modelId="{324E4238-6D27-49E4-98A5-10B173A38E83}" type="presOf" srcId="{637B44CF-6C9F-4AEB-8FA4-17055DDE9CF5}" destId="{DEC545FF-96AC-4294-B3F6-AB35D1781D14}" srcOrd="0" destOrd="0" presId="urn:microsoft.com/office/officeart/2018/2/layout/IconLabelList"/>
    <dgm:cxn modelId="{49917C6C-3CBD-47F7-B45D-ABDCC41E3875}" type="presOf" srcId="{E0C5A761-19A5-4B4C-B7FF-58396D1079AD}" destId="{38125738-3FBB-47C3-9B72-50F41388071C}" srcOrd="0" destOrd="0" presId="urn:microsoft.com/office/officeart/2018/2/layout/IconLabelList"/>
    <dgm:cxn modelId="{3EF7C5A7-61BA-4713-B4CD-21014B42D778}" type="presOf" srcId="{5E213AE1-2F8E-4C8A-BDB1-99FDDA25663C}" destId="{89293789-11F7-4CD7-80B3-F1B5E04D11FA}" srcOrd="0" destOrd="0" presId="urn:microsoft.com/office/officeart/2018/2/layout/IconLabelList"/>
    <dgm:cxn modelId="{2C960EAF-DADD-42D5-AD74-7ED6BAECAC4A}" type="presOf" srcId="{6D79DDE9-6EB8-4C89-BCF0-BCAF84CA01EA}" destId="{C399356A-AB95-4BD8-8056-A96B8105936E}" srcOrd="0" destOrd="0" presId="urn:microsoft.com/office/officeart/2018/2/layout/IconLabelList"/>
    <dgm:cxn modelId="{7AAD4BBD-B0B5-4FF9-AA08-B22C08561B50}" srcId="{5E213AE1-2F8E-4C8A-BDB1-99FDDA25663C}" destId="{E0C5A761-19A5-4B4C-B7FF-58396D1079AD}" srcOrd="0" destOrd="0" parTransId="{5B34B466-2013-48B3-88A4-51E85B940D77}" sibTransId="{EAF3AC51-A599-42A9-91AF-A43D37B02491}"/>
    <dgm:cxn modelId="{1A91F0C1-6CBC-4B25-9E91-802015245BA0}" srcId="{5E213AE1-2F8E-4C8A-BDB1-99FDDA25663C}" destId="{637B44CF-6C9F-4AEB-8FA4-17055DDE9CF5}" srcOrd="2" destOrd="0" parTransId="{41E162D2-DF61-4EAE-90B2-440861007650}" sibTransId="{7AEF6D33-2B7C-409D-AE9F-1B63C2E0688B}"/>
    <dgm:cxn modelId="{E11D6644-C51E-4531-B448-DA915019760B}" type="presParOf" srcId="{89293789-11F7-4CD7-80B3-F1B5E04D11FA}" destId="{255D2D48-6213-471D-AE9D-5A4DCBF7EF3F}" srcOrd="0" destOrd="0" presId="urn:microsoft.com/office/officeart/2018/2/layout/IconLabelList"/>
    <dgm:cxn modelId="{F961242C-FE61-476A-B129-FC5F15B99376}" type="presParOf" srcId="{255D2D48-6213-471D-AE9D-5A4DCBF7EF3F}" destId="{91590036-0051-44C5-981A-7605CDAD5F50}" srcOrd="0" destOrd="0" presId="urn:microsoft.com/office/officeart/2018/2/layout/IconLabelList"/>
    <dgm:cxn modelId="{951C4339-2E69-46DB-B2C9-D4E3325F5861}" type="presParOf" srcId="{255D2D48-6213-471D-AE9D-5A4DCBF7EF3F}" destId="{524C5F36-58FC-4D5A-83AD-423E3CA4C6C7}" srcOrd="1" destOrd="0" presId="urn:microsoft.com/office/officeart/2018/2/layout/IconLabelList"/>
    <dgm:cxn modelId="{C678E536-8FB0-4792-87E9-B601BFD430CB}" type="presParOf" srcId="{255D2D48-6213-471D-AE9D-5A4DCBF7EF3F}" destId="{38125738-3FBB-47C3-9B72-50F41388071C}" srcOrd="2" destOrd="0" presId="urn:microsoft.com/office/officeart/2018/2/layout/IconLabelList"/>
    <dgm:cxn modelId="{995AEBE0-043E-438B-B10C-503BAB3D6B86}" type="presParOf" srcId="{89293789-11F7-4CD7-80B3-F1B5E04D11FA}" destId="{605988BD-FB4C-41FB-A198-70387B366645}" srcOrd="1" destOrd="0" presId="urn:microsoft.com/office/officeart/2018/2/layout/IconLabelList"/>
    <dgm:cxn modelId="{41F468D7-3B47-4C5B-808F-439B827E344F}" type="presParOf" srcId="{89293789-11F7-4CD7-80B3-F1B5E04D11FA}" destId="{5DEB47D6-B714-4A02-896D-B5F9DA5B9911}" srcOrd="2" destOrd="0" presId="urn:microsoft.com/office/officeart/2018/2/layout/IconLabelList"/>
    <dgm:cxn modelId="{709B6CD0-CC37-4FD0-A331-47091F6447D8}" type="presParOf" srcId="{5DEB47D6-B714-4A02-896D-B5F9DA5B9911}" destId="{F7AD35B0-496E-427C-823D-8E1171318888}" srcOrd="0" destOrd="0" presId="urn:microsoft.com/office/officeart/2018/2/layout/IconLabelList"/>
    <dgm:cxn modelId="{C53E7F3C-5466-4E7E-9D8B-2BF80F75932F}" type="presParOf" srcId="{5DEB47D6-B714-4A02-896D-B5F9DA5B9911}" destId="{B4AE71C6-4183-44BF-9B87-ED6E79989873}" srcOrd="1" destOrd="0" presId="urn:microsoft.com/office/officeart/2018/2/layout/IconLabelList"/>
    <dgm:cxn modelId="{91B1024F-4D28-4CF1-94D4-65B6499A6119}" type="presParOf" srcId="{5DEB47D6-B714-4A02-896D-B5F9DA5B9911}" destId="{C399356A-AB95-4BD8-8056-A96B8105936E}" srcOrd="2" destOrd="0" presId="urn:microsoft.com/office/officeart/2018/2/layout/IconLabelList"/>
    <dgm:cxn modelId="{541425BF-9A45-43BD-9D80-C11237122D83}" type="presParOf" srcId="{89293789-11F7-4CD7-80B3-F1B5E04D11FA}" destId="{D102C33D-602E-4F48-B12C-4EA49C871B56}" srcOrd="3" destOrd="0" presId="urn:microsoft.com/office/officeart/2018/2/layout/IconLabelList"/>
    <dgm:cxn modelId="{36DB0116-AEDE-42F1-90EC-5978523C4EEE}" type="presParOf" srcId="{89293789-11F7-4CD7-80B3-F1B5E04D11FA}" destId="{FF33699D-6802-4FD8-8C51-844B45F2AF95}" srcOrd="4" destOrd="0" presId="urn:microsoft.com/office/officeart/2018/2/layout/IconLabelList"/>
    <dgm:cxn modelId="{202588A6-AAA1-443D-895A-76D19F7011DC}" type="presParOf" srcId="{FF33699D-6802-4FD8-8C51-844B45F2AF95}" destId="{62CD59D3-F184-4D2C-8C0B-342FFBCC2FAD}" srcOrd="0" destOrd="0" presId="urn:microsoft.com/office/officeart/2018/2/layout/IconLabelList"/>
    <dgm:cxn modelId="{A7433918-BA71-48CF-B268-1A71A92BE813}" type="presParOf" srcId="{FF33699D-6802-4FD8-8C51-844B45F2AF95}" destId="{23088B58-1052-44A9-B910-D2B3E9C26C9D}" srcOrd="1" destOrd="0" presId="urn:microsoft.com/office/officeart/2018/2/layout/IconLabelList"/>
    <dgm:cxn modelId="{2C81782B-5DEF-4C93-8FB1-BFA61D4626A4}" type="presParOf" srcId="{FF33699D-6802-4FD8-8C51-844B45F2AF95}" destId="{DEC545FF-96AC-4294-B3F6-AB35D1781D1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9871F9-8723-40D0-B579-4427257EE5D9}" type="doc">
      <dgm:prSet loTypeId="urn:microsoft.com/office/officeart/2005/8/layout/bProcess3" loCatId="process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DEB46E8-9BA0-40F2-A18D-43A254CE231E}">
      <dgm:prSet/>
      <dgm:spPr/>
      <dgm:t>
        <a:bodyPr/>
        <a:lstStyle/>
        <a:p>
          <a:r>
            <a:rPr lang="fr-CA" noProof="0" dirty="0"/>
            <a:t>- Vous référez des consommateurs</a:t>
          </a:r>
        </a:p>
      </dgm:t>
    </dgm:pt>
    <dgm:pt modelId="{3575E034-CE44-48A6-A99D-D31A673A120A}" type="parTrans" cxnId="{002F9523-19AD-47F4-8B6F-879BDD42C9C9}">
      <dgm:prSet/>
      <dgm:spPr/>
      <dgm:t>
        <a:bodyPr/>
        <a:lstStyle/>
        <a:p>
          <a:endParaRPr lang="en-US"/>
        </a:p>
      </dgm:t>
    </dgm:pt>
    <dgm:pt modelId="{C9E3DC2A-0481-4FFA-9BEC-F4F12C1A3706}" type="sibTrans" cxnId="{002F9523-19AD-47F4-8B6F-879BDD42C9C9}">
      <dgm:prSet/>
      <dgm:spPr/>
      <dgm:t>
        <a:bodyPr/>
        <a:lstStyle/>
        <a:p>
          <a:endParaRPr lang="fr-CA" noProof="0" dirty="0"/>
        </a:p>
      </dgm:t>
    </dgm:pt>
    <dgm:pt modelId="{AAEF253B-A577-4FF5-A190-519AEDB4EF18}">
      <dgm:prSet/>
      <dgm:spPr/>
      <dgm:t>
        <a:bodyPr/>
        <a:lstStyle/>
        <a:p>
          <a:r>
            <a:rPr lang="fr-CA" noProof="0" dirty="0"/>
            <a:t>- Vous référez des commerçants</a:t>
          </a:r>
        </a:p>
      </dgm:t>
    </dgm:pt>
    <dgm:pt modelId="{BBC3D662-9781-4FEA-B677-A1B46734E942}" type="parTrans" cxnId="{136F5CB7-F1CC-4600-AE69-7DFECA076154}">
      <dgm:prSet/>
      <dgm:spPr/>
      <dgm:t>
        <a:bodyPr/>
        <a:lstStyle/>
        <a:p>
          <a:endParaRPr lang="en-US"/>
        </a:p>
      </dgm:t>
    </dgm:pt>
    <dgm:pt modelId="{06C9B3B2-1FEB-4273-A550-C2F2404B5F4C}" type="sibTrans" cxnId="{136F5CB7-F1CC-4600-AE69-7DFECA076154}">
      <dgm:prSet/>
      <dgm:spPr/>
      <dgm:t>
        <a:bodyPr/>
        <a:lstStyle/>
        <a:p>
          <a:endParaRPr lang="fr-CA" noProof="0" dirty="0"/>
        </a:p>
      </dgm:t>
    </dgm:pt>
    <dgm:pt modelId="{4657210F-784C-4035-A035-A79D14AABBC5}">
      <dgm:prSet/>
      <dgm:spPr/>
      <dgm:t>
        <a:bodyPr/>
        <a:lstStyle/>
        <a:p>
          <a:r>
            <a:rPr lang="fr-CA" noProof="0" dirty="0"/>
            <a:t>- Vous référez des affiliés</a:t>
          </a:r>
        </a:p>
      </dgm:t>
    </dgm:pt>
    <dgm:pt modelId="{31CB3434-E7E9-4AAF-8339-FB08B08D67A4}" type="parTrans" cxnId="{E4F99DCA-89E3-41F3-9098-F10298F0410C}">
      <dgm:prSet/>
      <dgm:spPr/>
      <dgm:t>
        <a:bodyPr/>
        <a:lstStyle/>
        <a:p>
          <a:endParaRPr lang="en-US"/>
        </a:p>
      </dgm:t>
    </dgm:pt>
    <dgm:pt modelId="{8EDBE3F6-C0A9-4308-8A73-CBEE0F838C2E}" type="sibTrans" cxnId="{E4F99DCA-89E3-41F3-9098-F10298F0410C}">
      <dgm:prSet/>
      <dgm:spPr/>
      <dgm:t>
        <a:bodyPr/>
        <a:lstStyle/>
        <a:p>
          <a:endParaRPr lang="fr-CA" noProof="0" dirty="0"/>
        </a:p>
      </dgm:t>
    </dgm:pt>
    <dgm:pt modelId="{9874DEA0-BE7D-4D8C-9BAE-31904E232E14}">
      <dgm:prSet/>
      <dgm:spPr/>
      <dgm:t>
        <a:bodyPr/>
        <a:lstStyle/>
        <a:p>
          <a:r>
            <a:rPr lang="fr-CA" noProof="0" dirty="0"/>
            <a:t>- RabaisLocal prends la relève et s’occupe de vos références</a:t>
          </a:r>
        </a:p>
      </dgm:t>
    </dgm:pt>
    <dgm:pt modelId="{F4969640-3C3F-4709-AC73-0C15E0C0364D}" type="parTrans" cxnId="{29139D47-429C-46EC-AD46-BDD60F0B04E8}">
      <dgm:prSet/>
      <dgm:spPr/>
      <dgm:t>
        <a:bodyPr/>
        <a:lstStyle/>
        <a:p>
          <a:endParaRPr lang="en-US"/>
        </a:p>
      </dgm:t>
    </dgm:pt>
    <dgm:pt modelId="{F0D78A1E-3AC8-4E88-9EED-2B823BF716B3}" type="sibTrans" cxnId="{29139D47-429C-46EC-AD46-BDD60F0B04E8}">
      <dgm:prSet/>
      <dgm:spPr/>
      <dgm:t>
        <a:bodyPr/>
        <a:lstStyle/>
        <a:p>
          <a:endParaRPr lang="fr-CA" noProof="0" dirty="0"/>
        </a:p>
      </dgm:t>
    </dgm:pt>
    <dgm:pt modelId="{9BAD16F9-1177-4EBD-AB46-87A252E7FB0B}">
      <dgm:prSet/>
      <dgm:spPr/>
      <dgm:t>
        <a:bodyPr/>
        <a:lstStyle/>
        <a:p>
          <a:r>
            <a:rPr lang="fr-CA" noProof="0" dirty="0"/>
            <a:t>Vous gagnez des revenus à vie sur les achats  de votre réseau.</a:t>
          </a:r>
        </a:p>
      </dgm:t>
    </dgm:pt>
    <dgm:pt modelId="{070F3958-459C-4975-A613-433B132BF980}" type="parTrans" cxnId="{99C84BC0-225E-4435-9499-4F5618DCF16F}">
      <dgm:prSet/>
      <dgm:spPr/>
      <dgm:t>
        <a:bodyPr/>
        <a:lstStyle/>
        <a:p>
          <a:endParaRPr lang="en-US"/>
        </a:p>
      </dgm:t>
    </dgm:pt>
    <dgm:pt modelId="{81DF7A02-ECAC-49E3-9B07-A17F55F2B195}" type="sibTrans" cxnId="{99C84BC0-225E-4435-9499-4F5618DCF16F}">
      <dgm:prSet/>
      <dgm:spPr/>
      <dgm:t>
        <a:bodyPr/>
        <a:lstStyle/>
        <a:p>
          <a:endParaRPr lang="fr-CA" noProof="0" dirty="0"/>
        </a:p>
      </dgm:t>
    </dgm:pt>
    <dgm:pt modelId="{AA8DFDA7-DF3A-4DFF-8631-94299A818A67}" type="pres">
      <dgm:prSet presAssocID="{9B9871F9-8723-40D0-B579-4427257EE5D9}" presName="Name0" presStyleCnt="0">
        <dgm:presLayoutVars>
          <dgm:dir/>
          <dgm:resizeHandles val="exact"/>
        </dgm:presLayoutVars>
      </dgm:prSet>
      <dgm:spPr/>
    </dgm:pt>
    <dgm:pt modelId="{D856CA17-88D3-408F-950A-3E012EDF7F44}" type="pres">
      <dgm:prSet presAssocID="{3DEB46E8-9BA0-40F2-A18D-43A254CE231E}" presName="node" presStyleLbl="node1" presStyleIdx="0" presStyleCnt="5">
        <dgm:presLayoutVars>
          <dgm:bulletEnabled val="1"/>
        </dgm:presLayoutVars>
      </dgm:prSet>
      <dgm:spPr/>
    </dgm:pt>
    <dgm:pt modelId="{1379DBAB-AC6B-49D9-BA0E-978D2E13911A}" type="pres">
      <dgm:prSet presAssocID="{C9E3DC2A-0481-4FFA-9BEC-F4F12C1A3706}" presName="sibTrans" presStyleLbl="sibTrans1D1" presStyleIdx="0" presStyleCnt="4"/>
      <dgm:spPr/>
    </dgm:pt>
    <dgm:pt modelId="{208CBD5D-3CCB-4491-991B-BCF5977DC256}" type="pres">
      <dgm:prSet presAssocID="{C9E3DC2A-0481-4FFA-9BEC-F4F12C1A3706}" presName="connectorText" presStyleLbl="sibTrans1D1" presStyleIdx="0" presStyleCnt="4"/>
      <dgm:spPr/>
    </dgm:pt>
    <dgm:pt modelId="{81A4BB2F-7932-49BE-BE7F-DB90A216B10F}" type="pres">
      <dgm:prSet presAssocID="{AAEF253B-A577-4FF5-A190-519AEDB4EF18}" presName="node" presStyleLbl="node1" presStyleIdx="1" presStyleCnt="5">
        <dgm:presLayoutVars>
          <dgm:bulletEnabled val="1"/>
        </dgm:presLayoutVars>
      </dgm:prSet>
      <dgm:spPr/>
    </dgm:pt>
    <dgm:pt modelId="{932A0E16-0861-4A9A-985D-E712729F986B}" type="pres">
      <dgm:prSet presAssocID="{06C9B3B2-1FEB-4273-A550-C2F2404B5F4C}" presName="sibTrans" presStyleLbl="sibTrans1D1" presStyleIdx="1" presStyleCnt="4"/>
      <dgm:spPr/>
    </dgm:pt>
    <dgm:pt modelId="{AD4EE6BD-FB45-4766-905D-F7C6717784E3}" type="pres">
      <dgm:prSet presAssocID="{06C9B3B2-1FEB-4273-A550-C2F2404B5F4C}" presName="connectorText" presStyleLbl="sibTrans1D1" presStyleIdx="1" presStyleCnt="4"/>
      <dgm:spPr/>
    </dgm:pt>
    <dgm:pt modelId="{2042EAB5-E4CE-4408-B2A6-B7D9C2BE8473}" type="pres">
      <dgm:prSet presAssocID="{4657210F-784C-4035-A035-A79D14AABBC5}" presName="node" presStyleLbl="node1" presStyleIdx="2" presStyleCnt="5">
        <dgm:presLayoutVars>
          <dgm:bulletEnabled val="1"/>
        </dgm:presLayoutVars>
      </dgm:prSet>
      <dgm:spPr/>
    </dgm:pt>
    <dgm:pt modelId="{345CE0E7-007E-4910-BC4A-6E8A3E8D471A}" type="pres">
      <dgm:prSet presAssocID="{8EDBE3F6-C0A9-4308-8A73-CBEE0F838C2E}" presName="sibTrans" presStyleLbl="sibTrans1D1" presStyleIdx="2" presStyleCnt="4"/>
      <dgm:spPr/>
    </dgm:pt>
    <dgm:pt modelId="{B8FDC83D-F6F8-43A5-AB66-3C7DFB02E0CE}" type="pres">
      <dgm:prSet presAssocID="{8EDBE3F6-C0A9-4308-8A73-CBEE0F838C2E}" presName="connectorText" presStyleLbl="sibTrans1D1" presStyleIdx="2" presStyleCnt="4"/>
      <dgm:spPr/>
    </dgm:pt>
    <dgm:pt modelId="{03318968-8AEF-4380-8C2E-B6F99F4FA233}" type="pres">
      <dgm:prSet presAssocID="{9874DEA0-BE7D-4D8C-9BAE-31904E232E14}" presName="node" presStyleLbl="node1" presStyleIdx="3" presStyleCnt="5">
        <dgm:presLayoutVars>
          <dgm:bulletEnabled val="1"/>
        </dgm:presLayoutVars>
      </dgm:prSet>
      <dgm:spPr/>
    </dgm:pt>
    <dgm:pt modelId="{AF2BD9CF-0C2F-4083-94D8-04066EBA52A9}" type="pres">
      <dgm:prSet presAssocID="{F0D78A1E-3AC8-4E88-9EED-2B823BF716B3}" presName="sibTrans" presStyleLbl="sibTrans1D1" presStyleIdx="3" presStyleCnt="4"/>
      <dgm:spPr/>
    </dgm:pt>
    <dgm:pt modelId="{B611DDEF-28BD-4121-BC79-630CBB25E2AB}" type="pres">
      <dgm:prSet presAssocID="{F0D78A1E-3AC8-4E88-9EED-2B823BF716B3}" presName="connectorText" presStyleLbl="sibTrans1D1" presStyleIdx="3" presStyleCnt="4"/>
      <dgm:spPr/>
    </dgm:pt>
    <dgm:pt modelId="{B02DA95C-5E79-4457-8D65-BAF8CD4C4AD0}" type="pres">
      <dgm:prSet presAssocID="{9BAD16F9-1177-4EBD-AB46-87A252E7FB0B}" presName="node" presStyleLbl="node1" presStyleIdx="4" presStyleCnt="5">
        <dgm:presLayoutVars>
          <dgm:bulletEnabled val="1"/>
        </dgm:presLayoutVars>
      </dgm:prSet>
      <dgm:spPr/>
    </dgm:pt>
  </dgm:ptLst>
  <dgm:cxnLst>
    <dgm:cxn modelId="{31641300-CE5C-4C52-BE57-5151DA4C9A91}" type="presOf" srcId="{3DEB46E8-9BA0-40F2-A18D-43A254CE231E}" destId="{D856CA17-88D3-408F-950A-3E012EDF7F44}" srcOrd="0" destOrd="0" presId="urn:microsoft.com/office/officeart/2005/8/layout/bProcess3"/>
    <dgm:cxn modelId="{BA7A0E13-A592-45DA-8B1A-DD5365CAC5B4}" type="presOf" srcId="{4657210F-784C-4035-A035-A79D14AABBC5}" destId="{2042EAB5-E4CE-4408-B2A6-B7D9C2BE8473}" srcOrd="0" destOrd="0" presId="urn:microsoft.com/office/officeart/2005/8/layout/bProcess3"/>
    <dgm:cxn modelId="{002F9523-19AD-47F4-8B6F-879BDD42C9C9}" srcId="{9B9871F9-8723-40D0-B579-4427257EE5D9}" destId="{3DEB46E8-9BA0-40F2-A18D-43A254CE231E}" srcOrd="0" destOrd="0" parTransId="{3575E034-CE44-48A6-A99D-D31A673A120A}" sibTransId="{C9E3DC2A-0481-4FFA-9BEC-F4F12C1A3706}"/>
    <dgm:cxn modelId="{F7CF3F33-FE65-4665-A676-53C7288B3150}" type="presOf" srcId="{C9E3DC2A-0481-4FFA-9BEC-F4F12C1A3706}" destId="{208CBD5D-3CCB-4491-991B-BCF5977DC256}" srcOrd="1" destOrd="0" presId="urn:microsoft.com/office/officeart/2005/8/layout/bProcess3"/>
    <dgm:cxn modelId="{41CC7E36-16D7-45A5-80D3-5F58C1B4640A}" type="presOf" srcId="{9BAD16F9-1177-4EBD-AB46-87A252E7FB0B}" destId="{B02DA95C-5E79-4457-8D65-BAF8CD4C4AD0}" srcOrd="0" destOrd="0" presId="urn:microsoft.com/office/officeart/2005/8/layout/bProcess3"/>
    <dgm:cxn modelId="{20686A39-41B4-4411-BEE1-7B6F9C409A37}" type="presOf" srcId="{8EDBE3F6-C0A9-4308-8A73-CBEE0F838C2E}" destId="{B8FDC83D-F6F8-43A5-AB66-3C7DFB02E0CE}" srcOrd="1" destOrd="0" presId="urn:microsoft.com/office/officeart/2005/8/layout/bProcess3"/>
    <dgm:cxn modelId="{3A603860-2D4F-4CCC-B68E-D4C697478145}" type="presOf" srcId="{C9E3DC2A-0481-4FFA-9BEC-F4F12C1A3706}" destId="{1379DBAB-AC6B-49D9-BA0E-978D2E13911A}" srcOrd="0" destOrd="0" presId="urn:microsoft.com/office/officeart/2005/8/layout/bProcess3"/>
    <dgm:cxn modelId="{29139D47-429C-46EC-AD46-BDD60F0B04E8}" srcId="{9B9871F9-8723-40D0-B579-4427257EE5D9}" destId="{9874DEA0-BE7D-4D8C-9BAE-31904E232E14}" srcOrd="3" destOrd="0" parTransId="{F4969640-3C3F-4709-AC73-0C15E0C0364D}" sibTransId="{F0D78A1E-3AC8-4E88-9EED-2B823BF716B3}"/>
    <dgm:cxn modelId="{AA868752-EB86-429F-BF34-DDC72E134A3D}" type="presOf" srcId="{AAEF253B-A577-4FF5-A190-519AEDB4EF18}" destId="{81A4BB2F-7932-49BE-BE7F-DB90A216B10F}" srcOrd="0" destOrd="0" presId="urn:microsoft.com/office/officeart/2005/8/layout/bProcess3"/>
    <dgm:cxn modelId="{D55E6589-630A-43E0-83CA-3F49798659AD}" type="presOf" srcId="{F0D78A1E-3AC8-4E88-9EED-2B823BF716B3}" destId="{B611DDEF-28BD-4121-BC79-630CBB25E2AB}" srcOrd="1" destOrd="0" presId="urn:microsoft.com/office/officeart/2005/8/layout/bProcess3"/>
    <dgm:cxn modelId="{1E1B11B7-0809-432E-B82B-7D07560700D1}" type="presOf" srcId="{06C9B3B2-1FEB-4273-A550-C2F2404B5F4C}" destId="{932A0E16-0861-4A9A-985D-E712729F986B}" srcOrd="0" destOrd="0" presId="urn:microsoft.com/office/officeart/2005/8/layout/bProcess3"/>
    <dgm:cxn modelId="{136F5CB7-F1CC-4600-AE69-7DFECA076154}" srcId="{9B9871F9-8723-40D0-B579-4427257EE5D9}" destId="{AAEF253B-A577-4FF5-A190-519AEDB4EF18}" srcOrd="1" destOrd="0" parTransId="{BBC3D662-9781-4FEA-B677-A1B46734E942}" sibTransId="{06C9B3B2-1FEB-4273-A550-C2F2404B5F4C}"/>
    <dgm:cxn modelId="{3D0FCFBE-F53F-4FD8-A979-C98FD11500BE}" type="presOf" srcId="{9B9871F9-8723-40D0-B579-4427257EE5D9}" destId="{AA8DFDA7-DF3A-4DFF-8631-94299A818A67}" srcOrd="0" destOrd="0" presId="urn:microsoft.com/office/officeart/2005/8/layout/bProcess3"/>
    <dgm:cxn modelId="{99C84BC0-225E-4435-9499-4F5618DCF16F}" srcId="{9B9871F9-8723-40D0-B579-4427257EE5D9}" destId="{9BAD16F9-1177-4EBD-AB46-87A252E7FB0B}" srcOrd="4" destOrd="0" parTransId="{070F3958-459C-4975-A613-433B132BF980}" sibTransId="{81DF7A02-ECAC-49E3-9B07-A17F55F2B195}"/>
    <dgm:cxn modelId="{E4F99DCA-89E3-41F3-9098-F10298F0410C}" srcId="{9B9871F9-8723-40D0-B579-4427257EE5D9}" destId="{4657210F-784C-4035-A035-A79D14AABBC5}" srcOrd="2" destOrd="0" parTransId="{31CB3434-E7E9-4AAF-8339-FB08B08D67A4}" sibTransId="{8EDBE3F6-C0A9-4308-8A73-CBEE0F838C2E}"/>
    <dgm:cxn modelId="{A06960CD-3377-45BD-AAAF-21BA8FED9173}" type="presOf" srcId="{F0D78A1E-3AC8-4E88-9EED-2B823BF716B3}" destId="{AF2BD9CF-0C2F-4083-94D8-04066EBA52A9}" srcOrd="0" destOrd="0" presId="urn:microsoft.com/office/officeart/2005/8/layout/bProcess3"/>
    <dgm:cxn modelId="{4CF85DCF-3B5A-41FD-8AE5-C8BF1E891617}" type="presOf" srcId="{06C9B3B2-1FEB-4273-A550-C2F2404B5F4C}" destId="{AD4EE6BD-FB45-4766-905D-F7C6717784E3}" srcOrd="1" destOrd="0" presId="urn:microsoft.com/office/officeart/2005/8/layout/bProcess3"/>
    <dgm:cxn modelId="{3E8911E7-92F5-4707-BE7F-3C72D4C62B6C}" type="presOf" srcId="{8EDBE3F6-C0A9-4308-8A73-CBEE0F838C2E}" destId="{345CE0E7-007E-4910-BC4A-6E8A3E8D471A}" srcOrd="0" destOrd="0" presId="urn:microsoft.com/office/officeart/2005/8/layout/bProcess3"/>
    <dgm:cxn modelId="{2A37C9F8-6B83-4560-B16B-902D00967792}" type="presOf" srcId="{9874DEA0-BE7D-4D8C-9BAE-31904E232E14}" destId="{03318968-8AEF-4380-8C2E-B6F99F4FA233}" srcOrd="0" destOrd="0" presId="urn:microsoft.com/office/officeart/2005/8/layout/bProcess3"/>
    <dgm:cxn modelId="{73EF7787-500C-4D1D-9D46-A6D59109BF18}" type="presParOf" srcId="{AA8DFDA7-DF3A-4DFF-8631-94299A818A67}" destId="{D856CA17-88D3-408F-950A-3E012EDF7F44}" srcOrd="0" destOrd="0" presId="urn:microsoft.com/office/officeart/2005/8/layout/bProcess3"/>
    <dgm:cxn modelId="{2FAEBBA3-F42F-42CF-9A5F-C778184C594E}" type="presParOf" srcId="{AA8DFDA7-DF3A-4DFF-8631-94299A818A67}" destId="{1379DBAB-AC6B-49D9-BA0E-978D2E13911A}" srcOrd="1" destOrd="0" presId="urn:microsoft.com/office/officeart/2005/8/layout/bProcess3"/>
    <dgm:cxn modelId="{7A96F225-A0A7-4023-9CAB-5917C87CD337}" type="presParOf" srcId="{1379DBAB-AC6B-49D9-BA0E-978D2E13911A}" destId="{208CBD5D-3CCB-4491-991B-BCF5977DC256}" srcOrd="0" destOrd="0" presId="urn:microsoft.com/office/officeart/2005/8/layout/bProcess3"/>
    <dgm:cxn modelId="{3A4346D8-F6B0-467D-A7F5-3904B34A185A}" type="presParOf" srcId="{AA8DFDA7-DF3A-4DFF-8631-94299A818A67}" destId="{81A4BB2F-7932-49BE-BE7F-DB90A216B10F}" srcOrd="2" destOrd="0" presId="urn:microsoft.com/office/officeart/2005/8/layout/bProcess3"/>
    <dgm:cxn modelId="{DD3E7B7E-FFCB-4E27-9FD4-6921BC5B6F03}" type="presParOf" srcId="{AA8DFDA7-DF3A-4DFF-8631-94299A818A67}" destId="{932A0E16-0861-4A9A-985D-E712729F986B}" srcOrd="3" destOrd="0" presId="urn:microsoft.com/office/officeart/2005/8/layout/bProcess3"/>
    <dgm:cxn modelId="{B9F74CBA-B5AE-4B60-AF71-78742779D0C1}" type="presParOf" srcId="{932A0E16-0861-4A9A-985D-E712729F986B}" destId="{AD4EE6BD-FB45-4766-905D-F7C6717784E3}" srcOrd="0" destOrd="0" presId="urn:microsoft.com/office/officeart/2005/8/layout/bProcess3"/>
    <dgm:cxn modelId="{120DBC60-9E04-4E95-ADAD-31045757FF13}" type="presParOf" srcId="{AA8DFDA7-DF3A-4DFF-8631-94299A818A67}" destId="{2042EAB5-E4CE-4408-B2A6-B7D9C2BE8473}" srcOrd="4" destOrd="0" presId="urn:microsoft.com/office/officeart/2005/8/layout/bProcess3"/>
    <dgm:cxn modelId="{C4D4A030-73BA-4F66-B557-BE434BFF1CE4}" type="presParOf" srcId="{AA8DFDA7-DF3A-4DFF-8631-94299A818A67}" destId="{345CE0E7-007E-4910-BC4A-6E8A3E8D471A}" srcOrd="5" destOrd="0" presId="urn:microsoft.com/office/officeart/2005/8/layout/bProcess3"/>
    <dgm:cxn modelId="{3A911696-1592-4BDB-9FD3-213533ABE3AA}" type="presParOf" srcId="{345CE0E7-007E-4910-BC4A-6E8A3E8D471A}" destId="{B8FDC83D-F6F8-43A5-AB66-3C7DFB02E0CE}" srcOrd="0" destOrd="0" presId="urn:microsoft.com/office/officeart/2005/8/layout/bProcess3"/>
    <dgm:cxn modelId="{BC1B7B33-51C0-4150-B07F-5A919226D848}" type="presParOf" srcId="{AA8DFDA7-DF3A-4DFF-8631-94299A818A67}" destId="{03318968-8AEF-4380-8C2E-B6F99F4FA233}" srcOrd="6" destOrd="0" presId="urn:microsoft.com/office/officeart/2005/8/layout/bProcess3"/>
    <dgm:cxn modelId="{F977F4CE-BFC1-48F8-8146-190E31D57188}" type="presParOf" srcId="{AA8DFDA7-DF3A-4DFF-8631-94299A818A67}" destId="{AF2BD9CF-0C2F-4083-94D8-04066EBA52A9}" srcOrd="7" destOrd="0" presId="urn:microsoft.com/office/officeart/2005/8/layout/bProcess3"/>
    <dgm:cxn modelId="{166ADF63-BA78-4027-99E6-A44F75B9D978}" type="presParOf" srcId="{AF2BD9CF-0C2F-4083-94D8-04066EBA52A9}" destId="{B611DDEF-28BD-4121-BC79-630CBB25E2AB}" srcOrd="0" destOrd="0" presId="urn:microsoft.com/office/officeart/2005/8/layout/bProcess3"/>
    <dgm:cxn modelId="{B9C5B3F4-7F12-4EB1-8592-03FBE87E8BD9}" type="presParOf" srcId="{AA8DFDA7-DF3A-4DFF-8631-94299A818A67}" destId="{B02DA95C-5E79-4457-8D65-BAF8CD4C4AD0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1A6B54-0C8E-44DD-BCDF-49DE2ACA0D5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F29900E-8A7E-4053-BA07-262203AD1A2C}">
      <dgm:prSet/>
      <dgm:spPr/>
      <dgm:t>
        <a:bodyPr/>
        <a:lstStyle/>
        <a:p>
          <a:r>
            <a:rPr lang="fr-CA" noProof="0" dirty="0"/>
            <a:t>1. Commissions personnelles (vos référés directs)</a:t>
          </a:r>
        </a:p>
      </dgm:t>
    </dgm:pt>
    <dgm:pt modelId="{B5E8B2E5-251F-4862-95C6-DBBF4A1A49B0}" type="parTrans" cxnId="{D2A2AC17-6AF6-4249-85B0-8BD44FEDC909}">
      <dgm:prSet/>
      <dgm:spPr/>
      <dgm:t>
        <a:bodyPr/>
        <a:lstStyle/>
        <a:p>
          <a:endParaRPr lang="en-US"/>
        </a:p>
      </dgm:t>
    </dgm:pt>
    <dgm:pt modelId="{C522B375-8017-4B09-AC55-0EE7093C17BA}" type="sibTrans" cxnId="{D2A2AC17-6AF6-4249-85B0-8BD44FEDC909}">
      <dgm:prSet/>
      <dgm:spPr/>
      <dgm:t>
        <a:bodyPr/>
        <a:lstStyle/>
        <a:p>
          <a:endParaRPr lang="en-US"/>
        </a:p>
      </dgm:t>
    </dgm:pt>
    <dgm:pt modelId="{6F718280-7D33-4FD5-974F-D5B7B2045049}">
      <dgm:prSet/>
      <dgm:spPr/>
      <dgm:t>
        <a:bodyPr/>
        <a:lstStyle/>
        <a:p>
          <a:r>
            <a:rPr lang="fr-CA" noProof="0" dirty="0"/>
            <a:t>2. Commissions d’équipe (votre organisation sur plusieurs niveaux)</a:t>
          </a:r>
        </a:p>
      </dgm:t>
    </dgm:pt>
    <dgm:pt modelId="{A9866090-5BEB-4245-8070-E8A8786FC0C9}" type="parTrans" cxnId="{99F0B18D-E9D6-496C-A043-2188DF703C90}">
      <dgm:prSet/>
      <dgm:spPr/>
      <dgm:t>
        <a:bodyPr/>
        <a:lstStyle/>
        <a:p>
          <a:endParaRPr lang="en-US"/>
        </a:p>
      </dgm:t>
    </dgm:pt>
    <dgm:pt modelId="{3A46DD9F-0D2E-44D6-A928-33457A486009}" type="sibTrans" cxnId="{99F0B18D-E9D6-496C-A043-2188DF703C90}">
      <dgm:prSet/>
      <dgm:spPr/>
      <dgm:t>
        <a:bodyPr/>
        <a:lstStyle/>
        <a:p>
          <a:endParaRPr lang="en-US"/>
        </a:p>
      </dgm:t>
    </dgm:pt>
    <dgm:pt modelId="{FAC839B3-CD54-43E9-A80E-B1593812084F}">
      <dgm:prSet/>
      <dgm:spPr/>
      <dgm:t>
        <a:bodyPr/>
        <a:lstStyle/>
        <a:p>
          <a:r>
            <a:rPr lang="fr-CA" noProof="0" dirty="0"/>
            <a:t>Les deux grandissent avec le temps.</a:t>
          </a:r>
        </a:p>
      </dgm:t>
    </dgm:pt>
    <dgm:pt modelId="{5D638950-DD10-4D4D-8AC6-24DFD3DE2284}" type="parTrans" cxnId="{80E1E60A-69F6-463F-8DCE-6D5378BFF91C}">
      <dgm:prSet/>
      <dgm:spPr/>
      <dgm:t>
        <a:bodyPr/>
        <a:lstStyle/>
        <a:p>
          <a:endParaRPr lang="en-US"/>
        </a:p>
      </dgm:t>
    </dgm:pt>
    <dgm:pt modelId="{1FCB3851-B5D7-4305-BD7F-8F40643BE1AD}" type="sibTrans" cxnId="{80E1E60A-69F6-463F-8DCE-6D5378BFF91C}">
      <dgm:prSet/>
      <dgm:spPr/>
      <dgm:t>
        <a:bodyPr/>
        <a:lstStyle/>
        <a:p>
          <a:endParaRPr lang="en-US"/>
        </a:p>
      </dgm:t>
    </dgm:pt>
    <dgm:pt modelId="{31940295-39DF-401E-93C7-4ACD79AFAA5A}" type="pres">
      <dgm:prSet presAssocID="{DA1A6B54-0C8E-44DD-BCDF-49DE2ACA0D5D}" presName="root" presStyleCnt="0">
        <dgm:presLayoutVars>
          <dgm:dir/>
          <dgm:resizeHandles val="exact"/>
        </dgm:presLayoutVars>
      </dgm:prSet>
      <dgm:spPr/>
    </dgm:pt>
    <dgm:pt modelId="{B1683A89-7625-4391-B7EA-9F7EB1DBE05C}" type="pres">
      <dgm:prSet presAssocID="{8F29900E-8A7E-4053-BA07-262203AD1A2C}" presName="compNode" presStyleCnt="0"/>
      <dgm:spPr/>
    </dgm:pt>
    <dgm:pt modelId="{F56AFE3F-3ACF-44D1-86A5-4BBE2F972622}" type="pres">
      <dgm:prSet presAssocID="{8F29900E-8A7E-4053-BA07-262203AD1A2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union"/>
        </a:ext>
      </dgm:extLst>
    </dgm:pt>
    <dgm:pt modelId="{AF12C5DE-C089-4CBB-BF00-32CF9A82B8A0}" type="pres">
      <dgm:prSet presAssocID="{8F29900E-8A7E-4053-BA07-262203AD1A2C}" presName="spaceRect" presStyleCnt="0"/>
      <dgm:spPr/>
    </dgm:pt>
    <dgm:pt modelId="{713F859E-8F80-44C4-94EB-607E1BBFF367}" type="pres">
      <dgm:prSet presAssocID="{8F29900E-8A7E-4053-BA07-262203AD1A2C}" presName="textRect" presStyleLbl="revTx" presStyleIdx="0" presStyleCnt="3">
        <dgm:presLayoutVars>
          <dgm:chMax val="1"/>
          <dgm:chPref val="1"/>
        </dgm:presLayoutVars>
      </dgm:prSet>
      <dgm:spPr/>
    </dgm:pt>
    <dgm:pt modelId="{F0D291B5-5DCF-4DCD-9B20-9AA17092A150}" type="pres">
      <dgm:prSet presAssocID="{C522B375-8017-4B09-AC55-0EE7093C17BA}" presName="sibTrans" presStyleCnt="0"/>
      <dgm:spPr/>
    </dgm:pt>
    <dgm:pt modelId="{C127E7CA-BDB0-420A-9A8C-402BF71B09E6}" type="pres">
      <dgm:prSet presAssocID="{6F718280-7D33-4FD5-974F-D5B7B2045049}" presName="compNode" presStyleCnt="0"/>
      <dgm:spPr/>
    </dgm:pt>
    <dgm:pt modelId="{198811D9-228C-4702-BDA8-BD18C2AAA54E}" type="pres">
      <dgm:prSet presAssocID="{6F718280-7D33-4FD5-974F-D5B7B20450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8C7F7183-505F-47BF-86C1-A32FE3D49CA5}" type="pres">
      <dgm:prSet presAssocID="{6F718280-7D33-4FD5-974F-D5B7B2045049}" presName="spaceRect" presStyleCnt="0"/>
      <dgm:spPr/>
    </dgm:pt>
    <dgm:pt modelId="{53707968-3D89-4D68-BD4B-7B4106DEE999}" type="pres">
      <dgm:prSet presAssocID="{6F718280-7D33-4FD5-974F-D5B7B2045049}" presName="textRect" presStyleLbl="revTx" presStyleIdx="1" presStyleCnt="3">
        <dgm:presLayoutVars>
          <dgm:chMax val="1"/>
          <dgm:chPref val="1"/>
        </dgm:presLayoutVars>
      </dgm:prSet>
      <dgm:spPr/>
    </dgm:pt>
    <dgm:pt modelId="{CC8FE606-FF37-4AAB-876D-601339BD3A95}" type="pres">
      <dgm:prSet presAssocID="{3A46DD9F-0D2E-44D6-A928-33457A486009}" presName="sibTrans" presStyleCnt="0"/>
      <dgm:spPr/>
    </dgm:pt>
    <dgm:pt modelId="{E825989C-74BB-4D9C-8D48-1C61FC2ACD68}" type="pres">
      <dgm:prSet presAssocID="{FAC839B3-CD54-43E9-A80E-B1593812084F}" presName="compNode" presStyleCnt="0"/>
      <dgm:spPr/>
    </dgm:pt>
    <dgm:pt modelId="{680CD6BF-70F5-4F40-A220-8E6E118816EB}" type="pres">
      <dgm:prSet presAssocID="{FAC839B3-CD54-43E9-A80E-B159381208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C46C9DE8-A473-4D64-9D4D-5A15617D35C0}" type="pres">
      <dgm:prSet presAssocID="{FAC839B3-CD54-43E9-A80E-B1593812084F}" presName="spaceRect" presStyleCnt="0"/>
      <dgm:spPr/>
    </dgm:pt>
    <dgm:pt modelId="{408B7D22-8010-4DE3-8A2B-A632224116EB}" type="pres">
      <dgm:prSet presAssocID="{FAC839B3-CD54-43E9-A80E-B159381208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0E1E60A-69F6-463F-8DCE-6D5378BFF91C}" srcId="{DA1A6B54-0C8E-44DD-BCDF-49DE2ACA0D5D}" destId="{FAC839B3-CD54-43E9-A80E-B1593812084F}" srcOrd="2" destOrd="0" parTransId="{5D638950-DD10-4D4D-8AC6-24DFD3DE2284}" sibTransId="{1FCB3851-B5D7-4305-BD7F-8F40643BE1AD}"/>
    <dgm:cxn modelId="{D2A2AC17-6AF6-4249-85B0-8BD44FEDC909}" srcId="{DA1A6B54-0C8E-44DD-BCDF-49DE2ACA0D5D}" destId="{8F29900E-8A7E-4053-BA07-262203AD1A2C}" srcOrd="0" destOrd="0" parTransId="{B5E8B2E5-251F-4862-95C6-DBBF4A1A49B0}" sibTransId="{C522B375-8017-4B09-AC55-0EE7093C17BA}"/>
    <dgm:cxn modelId="{7BFF862C-A3C6-4050-918B-F9A0795304F5}" type="presOf" srcId="{6F718280-7D33-4FD5-974F-D5B7B2045049}" destId="{53707968-3D89-4D68-BD4B-7B4106DEE999}" srcOrd="0" destOrd="0" presId="urn:microsoft.com/office/officeart/2018/2/layout/IconLabelList"/>
    <dgm:cxn modelId="{D65E8848-16C9-49EA-8A5A-8CAC2F270281}" type="presOf" srcId="{8F29900E-8A7E-4053-BA07-262203AD1A2C}" destId="{713F859E-8F80-44C4-94EB-607E1BBFF367}" srcOrd="0" destOrd="0" presId="urn:microsoft.com/office/officeart/2018/2/layout/IconLabelList"/>
    <dgm:cxn modelId="{4BE0EE59-2269-4986-A284-07FBC7EC49E0}" type="presOf" srcId="{DA1A6B54-0C8E-44DD-BCDF-49DE2ACA0D5D}" destId="{31940295-39DF-401E-93C7-4ACD79AFAA5A}" srcOrd="0" destOrd="0" presId="urn:microsoft.com/office/officeart/2018/2/layout/IconLabelList"/>
    <dgm:cxn modelId="{99F0B18D-E9D6-496C-A043-2188DF703C90}" srcId="{DA1A6B54-0C8E-44DD-BCDF-49DE2ACA0D5D}" destId="{6F718280-7D33-4FD5-974F-D5B7B2045049}" srcOrd="1" destOrd="0" parTransId="{A9866090-5BEB-4245-8070-E8A8786FC0C9}" sibTransId="{3A46DD9F-0D2E-44D6-A928-33457A486009}"/>
    <dgm:cxn modelId="{F4C93F8F-A03E-44CD-9EB0-43396AFB88E2}" type="presOf" srcId="{FAC839B3-CD54-43E9-A80E-B1593812084F}" destId="{408B7D22-8010-4DE3-8A2B-A632224116EB}" srcOrd="0" destOrd="0" presId="urn:microsoft.com/office/officeart/2018/2/layout/IconLabelList"/>
    <dgm:cxn modelId="{0519C7E2-AD78-45F2-9DDC-7207D101911C}" type="presParOf" srcId="{31940295-39DF-401E-93C7-4ACD79AFAA5A}" destId="{B1683A89-7625-4391-B7EA-9F7EB1DBE05C}" srcOrd="0" destOrd="0" presId="urn:microsoft.com/office/officeart/2018/2/layout/IconLabelList"/>
    <dgm:cxn modelId="{1A3F4761-4542-48B9-971C-3B870819373E}" type="presParOf" srcId="{B1683A89-7625-4391-B7EA-9F7EB1DBE05C}" destId="{F56AFE3F-3ACF-44D1-86A5-4BBE2F972622}" srcOrd="0" destOrd="0" presId="urn:microsoft.com/office/officeart/2018/2/layout/IconLabelList"/>
    <dgm:cxn modelId="{0DBAA0A1-841C-4EC1-9A4B-0B9D44A86B43}" type="presParOf" srcId="{B1683A89-7625-4391-B7EA-9F7EB1DBE05C}" destId="{AF12C5DE-C089-4CBB-BF00-32CF9A82B8A0}" srcOrd="1" destOrd="0" presId="urn:microsoft.com/office/officeart/2018/2/layout/IconLabelList"/>
    <dgm:cxn modelId="{817F2FEF-24D0-42FC-9216-941D6A7781EB}" type="presParOf" srcId="{B1683A89-7625-4391-B7EA-9F7EB1DBE05C}" destId="{713F859E-8F80-44C4-94EB-607E1BBFF367}" srcOrd="2" destOrd="0" presId="urn:microsoft.com/office/officeart/2018/2/layout/IconLabelList"/>
    <dgm:cxn modelId="{FB3C483E-537B-4BA4-9762-145230459BA8}" type="presParOf" srcId="{31940295-39DF-401E-93C7-4ACD79AFAA5A}" destId="{F0D291B5-5DCF-4DCD-9B20-9AA17092A150}" srcOrd="1" destOrd="0" presId="urn:microsoft.com/office/officeart/2018/2/layout/IconLabelList"/>
    <dgm:cxn modelId="{F9C90C3A-B959-49FD-9B5E-7EE993FBDEE2}" type="presParOf" srcId="{31940295-39DF-401E-93C7-4ACD79AFAA5A}" destId="{C127E7CA-BDB0-420A-9A8C-402BF71B09E6}" srcOrd="2" destOrd="0" presId="urn:microsoft.com/office/officeart/2018/2/layout/IconLabelList"/>
    <dgm:cxn modelId="{E55A9F66-9D11-41BC-906D-F447DF232394}" type="presParOf" srcId="{C127E7CA-BDB0-420A-9A8C-402BF71B09E6}" destId="{198811D9-228C-4702-BDA8-BD18C2AAA54E}" srcOrd="0" destOrd="0" presId="urn:microsoft.com/office/officeart/2018/2/layout/IconLabelList"/>
    <dgm:cxn modelId="{E3389925-CA5E-432D-92FE-170D522FC638}" type="presParOf" srcId="{C127E7CA-BDB0-420A-9A8C-402BF71B09E6}" destId="{8C7F7183-505F-47BF-86C1-A32FE3D49CA5}" srcOrd="1" destOrd="0" presId="urn:microsoft.com/office/officeart/2018/2/layout/IconLabelList"/>
    <dgm:cxn modelId="{6CA481BA-E926-443A-9B57-E108DC4E9644}" type="presParOf" srcId="{C127E7CA-BDB0-420A-9A8C-402BF71B09E6}" destId="{53707968-3D89-4D68-BD4B-7B4106DEE999}" srcOrd="2" destOrd="0" presId="urn:microsoft.com/office/officeart/2018/2/layout/IconLabelList"/>
    <dgm:cxn modelId="{8505FECB-75B4-4147-94A3-07A30D8C6507}" type="presParOf" srcId="{31940295-39DF-401E-93C7-4ACD79AFAA5A}" destId="{CC8FE606-FF37-4AAB-876D-601339BD3A95}" srcOrd="3" destOrd="0" presId="urn:microsoft.com/office/officeart/2018/2/layout/IconLabelList"/>
    <dgm:cxn modelId="{C899C2A7-CF55-4038-8879-A415852332F4}" type="presParOf" srcId="{31940295-39DF-401E-93C7-4ACD79AFAA5A}" destId="{E825989C-74BB-4D9C-8D48-1C61FC2ACD68}" srcOrd="4" destOrd="0" presId="urn:microsoft.com/office/officeart/2018/2/layout/IconLabelList"/>
    <dgm:cxn modelId="{8062499E-BF1B-4419-98C6-E0DFBE0EF923}" type="presParOf" srcId="{E825989C-74BB-4D9C-8D48-1C61FC2ACD68}" destId="{680CD6BF-70F5-4F40-A220-8E6E118816EB}" srcOrd="0" destOrd="0" presId="urn:microsoft.com/office/officeart/2018/2/layout/IconLabelList"/>
    <dgm:cxn modelId="{F8F2200B-3296-4889-881A-7FAF0DF30213}" type="presParOf" srcId="{E825989C-74BB-4D9C-8D48-1C61FC2ACD68}" destId="{C46C9DE8-A473-4D64-9D4D-5A15617D35C0}" srcOrd="1" destOrd="0" presId="urn:microsoft.com/office/officeart/2018/2/layout/IconLabelList"/>
    <dgm:cxn modelId="{185FBB7F-594F-4957-8FCA-D245209DFB3E}" type="presParOf" srcId="{E825989C-74BB-4D9C-8D48-1C61FC2ACD68}" destId="{408B7D22-8010-4DE3-8A2B-A632224116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88BD88-7947-46FB-BC55-35405D23419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649B6CE-D4E4-419D-A0A6-CB03CDFD56E6}">
      <dgm:prSet/>
      <dgm:spPr/>
      <dgm:t>
        <a:bodyPr/>
        <a:lstStyle/>
        <a:p>
          <a:pPr>
            <a:defRPr cap="all"/>
          </a:pPr>
          <a:r>
            <a:rPr lang="fr-CA" noProof="0" dirty="0"/>
            <a:t>- Gagnées sur les consommateurs référés qui achètent des crédits ou forfaits</a:t>
          </a:r>
        </a:p>
      </dgm:t>
    </dgm:pt>
    <dgm:pt modelId="{33AB3691-9E7B-4090-ACA3-5295272E7B5B}" type="parTrans" cxnId="{04FA2F45-DBFC-494F-A4FF-5EA74DC6CD4D}">
      <dgm:prSet/>
      <dgm:spPr/>
      <dgm:t>
        <a:bodyPr/>
        <a:lstStyle/>
        <a:p>
          <a:endParaRPr lang="en-US"/>
        </a:p>
      </dgm:t>
    </dgm:pt>
    <dgm:pt modelId="{73750009-5C05-4B9F-9FEE-4CB2AF507483}" type="sibTrans" cxnId="{04FA2F45-DBFC-494F-A4FF-5EA74DC6CD4D}">
      <dgm:prSet/>
      <dgm:spPr/>
      <dgm:t>
        <a:bodyPr/>
        <a:lstStyle/>
        <a:p>
          <a:endParaRPr lang="en-US"/>
        </a:p>
      </dgm:t>
    </dgm:pt>
    <dgm:pt modelId="{3C2D6733-11EF-4081-B074-20E3C0B8BDCE}">
      <dgm:prSet/>
      <dgm:spPr/>
      <dgm:t>
        <a:bodyPr/>
        <a:lstStyle/>
        <a:p>
          <a:pPr>
            <a:defRPr cap="all"/>
          </a:pPr>
          <a:r>
            <a:rPr lang="fr-CA" noProof="0" dirty="0"/>
            <a:t>- Gagnées sur les commerçants référés qui achètent des forfaits ou des publicités</a:t>
          </a:r>
        </a:p>
      </dgm:t>
    </dgm:pt>
    <dgm:pt modelId="{62A5C320-1063-42A5-9353-9F80AAD0D2DA}" type="parTrans" cxnId="{C5457756-C2F4-4FC6-B5B8-82B2E4F3F220}">
      <dgm:prSet/>
      <dgm:spPr/>
      <dgm:t>
        <a:bodyPr/>
        <a:lstStyle/>
        <a:p>
          <a:endParaRPr lang="en-US"/>
        </a:p>
      </dgm:t>
    </dgm:pt>
    <dgm:pt modelId="{4D072708-9B0F-44C9-825B-EDF9F86D3437}" type="sibTrans" cxnId="{C5457756-C2F4-4FC6-B5B8-82B2E4F3F220}">
      <dgm:prSet/>
      <dgm:spPr/>
      <dgm:t>
        <a:bodyPr/>
        <a:lstStyle/>
        <a:p>
          <a:endParaRPr lang="en-US"/>
        </a:p>
      </dgm:t>
    </dgm:pt>
    <dgm:pt modelId="{6B864EDA-E010-486A-BDC7-F2322CB14D79}">
      <dgm:prSet/>
      <dgm:spPr/>
      <dgm:t>
        <a:bodyPr/>
        <a:lstStyle/>
        <a:p>
          <a:pPr>
            <a:defRPr cap="all"/>
          </a:pPr>
          <a:r>
            <a:rPr lang="fr-CA" noProof="0" dirty="0"/>
            <a:t>- Aucune commission gagné pour le recrutement d’affilié </a:t>
          </a:r>
        </a:p>
      </dgm:t>
    </dgm:pt>
    <dgm:pt modelId="{D968B287-2EB9-4B77-A2BA-0CAB5EBE6597}" type="parTrans" cxnId="{E78C8724-AE69-4B3A-B6AE-D649B537B47C}">
      <dgm:prSet/>
      <dgm:spPr/>
      <dgm:t>
        <a:bodyPr/>
        <a:lstStyle/>
        <a:p>
          <a:endParaRPr lang="en-US"/>
        </a:p>
      </dgm:t>
    </dgm:pt>
    <dgm:pt modelId="{5C228107-B449-434F-8FAC-A8E8E0BF4152}" type="sibTrans" cxnId="{E78C8724-AE69-4B3A-B6AE-D649B537B47C}">
      <dgm:prSet/>
      <dgm:spPr/>
      <dgm:t>
        <a:bodyPr/>
        <a:lstStyle/>
        <a:p>
          <a:endParaRPr lang="en-US"/>
        </a:p>
      </dgm:t>
    </dgm:pt>
    <dgm:pt modelId="{1EF5B660-F7A6-4C09-A610-E8204A11935B}">
      <dgm:prSet/>
      <dgm:spPr/>
      <dgm:t>
        <a:bodyPr/>
        <a:lstStyle/>
        <a:p>
          <a:pPr>
            <a:defRPr cap="all"/>
          </a:pPr>
          <a:r>
            <a:rPr lang="fr-CA" noProof="0" dirty="0"/>
            <a:t>Revenus simples et durables.</a:t>
          </a:r>
        </a:p>
      </dgm:t>
    </dgm:pt>
    <dgm:pt modelId="{1F47D1C4-D233-44E3-A417-8B723AD20C2B}" type="parTrans" cxnId="{059085F9-0044-4878-A72F-D82EF052934B}">
      <dgm:prSet/>
      <dgm:spPr/>
      <dgm:t>
        <a:bodyPr/>
        <a:lstStyle/>
        <a:p>
          <a:endParaRPr lang="en-US"/>
        </a:p>
      </dgm:t>
    </dgm:pt>
    <dgm:pt modelId="{F7B580E8-4DA1-4E92-BD84-42B4892A4619}" type="sibTrans" cxnId="{059085F9-0044-4878-A72F-D82EF052934B}">
      <dgm:prSet/>
      <dgm:spPr/>
      <dgm:t>
        <a:bodyPr/>
        <a:lstStyle/>
        <a:p>
          <a:endParaRPr lang="en-US"/>
        </a:p>
      </dgm:t>
    </dgm:pt>
    <dgm:pt modelId="{C610409D-8CF0-4544-B0F8-D38880D4D8FF}" type="pres">
      <dgm:prSet presAssocID="{EA88BD88-7947-46FB-BC55-35405D234198}" presName="root" presStyleCnt="0">
        <dgm:presLayoutVars>
          <dgm:dir/>
          <dgm:resizeHandles val="exact"/>
        </dgm:presLayoutVars>
      </dgm:prSet>
      <dgm:spPr/>
    </dgm:pt>
    <dgm:pt modelId="{173AFD65-4FAD-44A5-9387-D0152AC7E3F0}" type="pres">
      <dgm:prSet presAssocID="{7649B6CE-D4E4-419D-A0A6-CB03CDFD56E6}" presName="compNode" presStyleCnt="0"/>
      <dgm:spPr/>
    </dgm:pt>
    <dgm:pt modelId="{A30777B2-BD44-4572-84D4-36E2F37EBA31}" type="pres">
      <dgm:prSet presAssocID="{7649B6CE-D4E4-419D-A0A6-CB03CDFD56E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C9C80DA-4F97-40E1-A0CE-8E36CD7C02B5}" type="pres">
      <dgm:prSet presAssocID="{7649B6CE-D4E4-419D-A0A6-CB03CDFD56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ée"/>
        </a:ext>
      </dgm:extLst>
    </dgm:pt>
    <dgm:pt modelId="{64DB9487-A2AE-4396-9A49-65D0BAB3A22B}" type="pres">
      <dgm:prSet presAssocID="{7649B6CE-D4E4-419D-A0A6-CB03CDFD56E6}" presName="spaceRect" presStyleCnt="0"/>
      <dgm:spPr/>
    </dgm:pt>
    <dgm:pt modelId="{19A6C0E6-9F91-4E03-82E9-712B73A3CB7F}" type="pres">
      <dgm:prSet presAssocID="{7649B6CE-D4E4-419D-A0A6-CB03CDFD56E6}" presName="textRect" presStyleLbl="revTx" presStyleIdx="0" presStyleCnt="4">
        <dgm:presLayoutVars>
          <dgm:chMax val="1"/>
          <dgm:chPref val="1"/>
        </dgm:presLayoutVars>
      </dgm:prSet>
      <dgm:spPr/>
    </dgm:pt>
    <dgm:pt modelId="{DB4532DE-EE19-4CDC-8109-44ADE251CC11}" type="pres">
      <dgm:prSet presAssocID="{73750009-5C05-4B9F-9FEE-4CB2AF507483}" presName="sibTrans" presStyleCnt="0"/>
      <dgm:spPr/>
    </dgm:pt>
    <dgm:pt modelId="{42F1D126-088E-4CD8-8745-3DDD7C5E0097}" type="pres">
      <dgm:prSet presAssocID="{3C2D6733-11EF-4081-B074-20E3C0B8BDCE}" presName="compNode" presStyleCnt="0"/>
      <dgm:spPr/>
    </dgm:pt>
    <dgm:pt modelId="{BF882DB7-579D-4747-9658-4D3F140ADDA2}" type="pres">
      <dgm:prSet presAssocID="{3C2D6733-11EF-4081-B074-20E3C0B8BDC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7AB206F-1D88-4B24-8290-0F45A9EBED89}" type="pres">
      <dgm:prSet presAssocID="{3C2D6733-11EF-4081-B074-20E3C0B8BDC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EA5AEAA2-15FA-462A-9BAF-48D367AD644E}" type="pres">
      <dgm:prSet presAssocID="{3C2D6733-11EF-4081-B074-20E3C0B8BDCE}" presName="spaceRect" presStyleCnt="0"/>
      <dgm:spPr/>
    </dgm:pt>
    <dgm:pt modelId="{F288060B-EEC3-49D9-8586-26759C0686DF}" type="pres">
      <dgm:prSet presAssocID="{3C2D6733-11EF-4081-B074-20E3C0B8BDCE}" presName="textRect" presStyleLbl="revTx" presStyleIdx="1" presStyleCnt="4">
        <dgm:presLayoutVars>
          <dgm:chMax val="1"/>
          <dgm:chPref val="1"/>
        </dgm:presLayoutVars>
      </dgm:prSet>
      <dgm:spPr/>
    </dgm:pt>
    <dgm:pt modelId="{1166F4E7-8C60-463C-B8D6-5537ED491B53}" type="pres">
      <dgm:prSet presAssocID="{4D072708-9B0F-44C9-825B-EDF9F86D3437}" presName="sibTrans" presStyleCnt="0"/>
      <dgm:spPr/>
    </dgm:pt>
    <dgm:pt modelId="{2B28B333-9044-44F8-96EB-23E674369686}" type="pres">
      <dgm:prSet presAssocID="{6B864EDA-E010-486A-BDC7-F2322CB14D79}" presName="compNode" presStyleCnt="0"/>
      <dgm:spPr/>
    </dgm:pt>
    <dgm:pt modelId="{F3B498F1-1790-4128-BF28-A43ABE3537B6}" type="pres">
      <dgm:prSet presAssocID="{6B864EDA-E010-486A-BDC7-F2322CB14D7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16C62BC-D1DD-426E-9F35-CAEF294DD61D}" type="pres">
      <dgm:prSet presAssocID="{6B864EDA-E010-486A-BDC7-F2322CB14D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mer avec un remplissage uni"/>
        </a:ext>
      </dgm:extLst>
    </dgm:pt>
    <dgm:pt modelId="{AD24A124-7BA1-4998-8638-D81616A8017F}" type="pres">
      <dgm:prSet presAssocID="{6B864EDA-E010-486A-BDC7-F2322CB14D79}" presName="spaceRect" presStyleCnt="0"/>
      <dgm:spPr/>
    </dgm:pt>
    <dgm:pt modelId="{563B6AA5-935C-466E-B332-725CB0854A1A}" type="pres">
      <dgm:prSet presAssocID="{6B864EDA-E010-486A-BDC7-F2322CB14D79}" presName="textRect" presStyleLbl="revTx" presStyleIdx="2" presStyleCnt="4">
        <dgm:presLayoutVars>
          <dgm:chMax val="1"/>
          <dgm:chPref val="1"/>
        </dgm:presLayoutVars>
      </dgm:prSet>
      <dgm:spPr/>
    </dgm:pt>
    <dgm:pt modelId="{08BFE4D4-4DB9-4ED6-971E-AAFD9CCAFB62}" type="pres">
      <dgm:prSet presAssocID="{5C228107-B449-434F-8FAC-A8E8E0BF4152}" presName="sibTrans" presStyleCnt="0"/>
      <dgm:spPr/>
    </dgm:pt>
    <dgm:pt modelId="{8A29D3C0-4E2E-437A-85A3-B0615AFD355F}" type="pres">
      <dgm:prSet presAssocID="{1EF5B660-F7A6-4C09-A610-E8204A11935B}" presName="compNode" presStyleCnt="0"/>
      <dgm:spPr/>
    </dgm:pt>
    <dgm:pt modelId="{1BF3D740-3CE0-4E90-AA65-90649A0A3402}" type="pres">
      <dgm:prSet presAssocID="{1EF5B660-F7A6-4C09-A610-E8204A11935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D6DC898-8A9B-429D-8BCD-E15BD7BFC16F}" type="pres">
      <dgm:prSet presAssocID="{1EF5B660-F7A6-4C09-A610-E8204A11935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èces"/>
        </a:ext>
      </dgm:extLst>
    </dgm:pt>
    <dgm:pt modelId="{E8156740-E683-4E03-AD89-F14D3890E768}" type="pres">
      <dgm:prSet presAssocID="{1EF5B660-F7A6-4C09-A610-E8204A11935B}" presName="spaceRect" presStyleCnt="0"/>
      <dgm:spPr/>
    </dgm:pt>
    <dgm:pt modelId="{1D2B2D49-8EB9-443B-BB12-8A8A99B288C7}" type="pres">
      <dgm:prSet presAssocID="{1EF5B660-F7A6-4C09-A610-E8204A11935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FDA9613-5B95-4D24-8C45-54E5B21199AD}" type="presOf" srcId="{6B864EDA-E010-486A-BDC7-F2322CB14D79}" destId="{563B6AA5-935C-466E-B332-725CB0854A1A}" srcOrd="0" destOrd="0" presId="urn:microsoft.com/office/officeart/2018/5/layout/IconLeafLabelList"/>
    <dgm:cxn modelId="{E78C8724-AE69-4B3A-B6AE-D649B537B47C}" srcId="{EA88BD88-7947-46FB-BC55-35405D234198}" destId="{6B864EDA-E010-486A-BDC7-F2322CB14D79}" srcOrd="2" destOrd="0" parTransId="{D968B287-2EB9-4B77-A2BA-0CAB5EBE6597}" sibTransId="{5C228107-B449-434F-8FAC-A8E8E0BF4152}"/>
    <dgm:cxn modelId="{F5D1843B-E38F-4C1A-8291-BBCBC4A8D5A8}" type="presOf" srcId="{1EF5B660-F7A6-4C09-A610-E8204A11935B}" destId="{1D2B2D49-8EB9-443B-BB12-8A8A99B288C7}" srcOrd="0" destOrd="0" presId="urn:microsoft.com/office/officeart/2018/5/layout/IconLeafLabelList"/>
    <dgm:cxn modelId="{04FA2F45-DBFC-494F-A4FF-5EA74DC6CD4D}" srcId="{EA88BD88-7947-46FB-BC55-35405D234198}" destId="{7649B6CE-D4E4-419D-A0A6-CB03CDFD56E6}" srcOrd="0" destOrd="0" parTransId="{33AB3691-9E7B-4090-ACA3-5295272E7B5B}" sibTransId="{73750009-5C05-4B9F-9FEE-4CB2AF507483}"/>
    <dgm:cxn modelId="{84400555-47D7-403A-9057-E1FE1B5E29CB}" type="presOf" srcId="{EA88BD88-7947-46FB-BC55-35405D234198}" destId="{C610409D-8CF0-4544-B0F8-D38880D4D8FF}" srcOrd="0" destOrd="0" presId="urn:microsoft.com/office/officeart/2018/5/layout/IconLeafLabelList"/>
    <dgm:cxn modelId="{C5457756-C2F4-4FC6-B5B8-82B2E4F3F220}" srcId="{EA88BD88-7947-46FB-BC55-35405D234198}" destId="{3C2D6733-11EF-4081-B074-20E3C0B8BDCE}" srcOrd="1" destOrd="0" parTransId="{62A5C320-1063-42A5-9353-9F80AAD0D2DA}" sibTransId="{4D072708-9B0F-44C9-825B-EDF9F86D3437}"/>
    <dgm:cxn modelId="{6539B77A-13E5-405E-BE5B-D48C1C263057}" type="presOf" srcId="{3C2D6733-11EF-4081-B074-20E3C0B8BDCE}" destId="{F288060B-EEC3-49D9-8586-26759C0686DF}" srcOrd="0" destOrd="0" presId="urn:microsoft.com/office/officeart/2018/5/layout/IconLeafLabelList"/>
    <dgm:cxn modelId="{059085F9-0044-4878-A72F-D82EF052934B}" srcId="{EA88BD88-7947-46FB-BC55-35405D234198}" destId="{1EF5B660-F7A6-4C09-A610-E8204A11935B}" srcOrd="3" destOrd="0" parTransId="{1F47D1C4-D233-44E3-A417-8B723AD20C2B}" sibTransId="{F7B580E8-4DA1-4E92-BD84-42B4892A4619}"/>
    <dgm:cxn modelId="{4C24D4FA-36D7-4FB5-A7A7-39059C000646}" type="presOf" srcId="{7649B6CE-D4E4-419D-A0A6-CB03CDFD56E6}" destId="{19A6C0E6-9F91-4E03-82E9-712B73A3CB7F}" srcOrd="0" destOrd="0" presId="urn:microsoft.com/office/officeart/2018/5/layout/IconLeafLabelList"/>
    <dgm:cxn modelId="{E8C2CC3B-6888-41C1-B6B3-AAD3E11721E1}" type="presParOf" srcId="{C610409D-8CF0-4544-B0F8-D38880D4D8FF}" destId="{173AFD65-4FAD-44A5-9387-D0152AC7E3F0}" srcOrd="0" destOrd="0" presId="urn:microsoft.com/office/officeart/2018/5/layout/IconLeafLabelList"/>
    <dgm:cxn modelId="{974B900B-156C-4A40-B7A5-B8F4CA9FF00C}" type="presParOf" srcId="{173AFD65-4FAD-44A5-9387-D0152AC7E3F0}" destId="{A30777B2-BD44-4572-84D4-36E2F37EBA31}" srcOrd="0" destOrd="0" presId="urn:microsoft.com/office/officeart/2018/5/layout/IconLeafLabelList"/>
    <dgm:cxn modelId="{5CD1B142-6D90-4C02-9CDE-37EDEDFB26FE}" type="presParOf" srcId="{173AFD65-4FAD-44A5-9387-D0152AC7E3F0}" destId="{BC9C80DA-4F97-40E1-A0CE-8E36CD7C02B5}" srcOrd="1" destOrd="0" presId="urn:microsoft.com/office/officeart/2018/5/layout/IconLeafLabelList"/>
    <dgm:cxn modelId="{41945E8B-178D-41AB-94F8-594B256ED19B}" type="presParOf" srcId="{173AFD65-4FAD-44A5-9387-D0152AC7E3F0}" destId="{64DB9487-A2AE-4396-9A49-65D0BAB3A22B}" srcOrd="2" destOrd="0" presId="urn:microsoft.com/office/officeart/2018/5/layout/IconLeafLabelList"/>
    <dgm:cxn modelId="{D73B16CC-BEA8-4249-8E42-E5ACAC7EB662}" type="presParOf" srcId="{173AFD65-4FAD-44A5-9387-D0152AC7E3F0}" destId="{19A6C0E6-9F91-4E03-82E9-712B73A3CB7F}" srcOrd="3" destOrd="0" presId="urn:microsoft.com/office/officeart/2018/5/layout/IconLeafLabelList"/>
    <dgm:cxn modelId="{EFF94C21-C5DA-4778-A31A-A33FAF8F8838}" type="presParOf" srcId="{C610409D-8CF0-4544-B0F8-D38880D4D8FF}" destId="{DB4532DE-EE19-4CDC-8109-44ADE251CC11}" srcOrd="1" destOrd="0" presId="urn:microsoft.com/office/officeart/2018/5/layout/IconLeafLabelList"/>
    <dgm:cxn modelId="{931BD783-0F98-4C23-AFCF-823E6EDFA495}" type="presParOf" srcId="{C610409D-8CF0-4544-B0F8-D38880D4D8FF}" destId="{42F1D126-088E-4CD8-8745-3DDD7C5E0097}" srcOrd="2" destOrd="0" presId="urn:microsoft.com/office/officeart/2018/5/layout/IconLeafLabelList"/>
    <dgm:cxn modelId="{EE6A0C34-216A-44BD-967C-7418DCFFF825}" type="presParOf" srcId="{42F1D126-088E-4CD8-8745-3DDD7C5E0097}" destId="{BF882DB7-579D-4747-9658-4D3F140ADDA2}" srcOrd="0" destOrd="0" presId="urn:microsoft.com/office/officeart/2018/5/layout/IconLeafLabelList"/>
    <dgm:cxn modelId="{14308208-01EB-48B0-814E-9FEF64610E2C}" type="presParOf" srcId="{42F1D126-088E-4CD8-8745-3DDD7C5E0097}" destId="{E7AB206F-1D88-4B24-8290-0F45A9EBED89}" srcOrd="1" destOrd="0" presId="urn:microsoft.com/office/officeart/2018/5/layout/IconLeafLabelList"/>
    <dgm:cxn modelId="{827D1E51-AF4D-460D-B8C2-22B081A1F8A6}" type="presParOf" srcId="{42F1D126-088E-4CD8-8745-3DDD7C5E0097}" destId="{EA5AEAA2-15FA-462A-9BAF-48D367AD644E}" srcOrd="2" destOrd="0" presId="urn:microsoft.com/office/officeart/2018/5/layout/IconLeafLabelList"/>
    <dgm:cxn modelId="{C6B40AFB-9F73-4298-ADE5-696939503540}" type="presParOf" srcId="{42F1D126-088E-4CD8-8745-3DDD7C5E0097}" destId="{F288060B-EEC3-49D9-8586-26759C0686DF}" srcOrd="3" destOrd="0" presId="urn:microsoft.com/office/officeart/2018/5/layout/IconLeafLabelList"/>
    <dgm:cxn modelId="{49EB458E-645F-48A6-8F74-EC2737272875}" type="presParOf" srcId="{C610409D-8CF0-4544-B0F8-D38880D4D8FF}" destId="{1166F4E7-8C60-463C-B8D6-5537ED491B53}" srcOrd="3" destOrd="0" presId="urn:microsoft.com/office/officeart/2018/5/layout/IconLeafLabelList"/>
    <dgm:cxn modelId="{5886735C-84DE-4FEB-8931-761E2A407331}" type="presParOf" srcId="{C610409D-8CF0-4544-B0F8-D38880D4D8FF}" destId="{2B28B333-9044-44F8-96EB-23E674369686}" srcOrd="4" destOrd="0" presId="urn:microsoft.com/office/officeart/2018/5/layout/IconLeafLabelList"/>
    <dgm:cxn modelId="{22858FA5-0E56-498B-84C9-33C5BF5711A4}" type="presParOf" srcId="{2B28B333-9044-44F8-96EB-23E674369686}" destId="{F3B498F1-1790-4128-BF28-A43ABE3537B6}" srcOrd="0" destOrd="0" presId="urn:microsoft.com/office/officeart/2018/5/layout/IconLeafLabelList"/>
    <dgm:cxn modelId="{12EB79AE-7490-4AC6-960F-F970DA93236D}" type="presParOf" srcId="{2B28B333-9044-44F8-96EB-23E674369686}" destId="{616C62BC-D1DD-426E-9F35-CAEF294DD61D}" srcOrd="1" destOrd="0" presId="urn:microsoft.com/office/officeart/2018/5/layout/IconLeafLabelList"/>
    <dgm:cxn modelId="{5E18C2BB-5C27-4587-B1FE-2F0A5B714148}" type="presParOf" srcId="{2B28B333-9044-44F8-96EB-23E674369686}" destId="{AD24A124-7BA1-4998-8638-D81616A8017F}" srcOrd="2" destOrd="0" presId="urn:microsoft.com/office/officeart/2018/5/layout/IconLeafLabelList"/>
    <dgm:cxn modelId="{8376B159-A42A-421D-8A55-9A6B9AC87772}" type="presParOf" srcId="{2B28B333-9044-44F8-96EB-23E674369686}" destId="{563B6AA5-935C-466E-B332-725CB0854A1A}" srcOrd="3" destOrd="0" presId="urn:microsoft.com/office/officeart/2018/5/layout/IconLeafLabelList"/>
    <dgm:cxn modelId="{052CAC71-9030-4AE6-BB2B-47346904CC8E}" type="presParOf" srcId="{C610409D-8CF0-4544-B0F8-D38880D4D8FF}" destId="{08BFE4D4-4DB9-4ED6-971E-AAFD9CCAFB62}" srcOrd="5" destOrd="0" presId="urn:microsoft.com/office/officeart/2018/5/layout/IconLeafLabelList"/>
    <dgm:cxn modelId="{2681DF5A-37F2-45E4-8740-31AD5ACB305C}" type="presParOf" srcId="{C610409D-8CF0-4544-B0F8-D38880D4D8FF}" destId="{8A29D3C0-4E2E-437A-85A3-B0615AFD355F}" srcOrd="6" destOrd="0" presId="urn:microsoft.com/office/officeart/2018/5/layout/IconLeafLabelList"/>
    <dgm:cxn modelId="{D0312921-0C47-40C3-9CF6-E57DDC46C480}" type="presParOf" srcId="{8A29D3C0-4E2E-437A-85A3-B0615AFD355F}" destId="{1BF3D740-3CE0-4E90-AA65-90649A0A3402}" srcOrd="0" destOrd="0" presId="urn:microsoft.com/office/officeart/2018/5/layout/IconLeafLabelList"/>
    <dgm:cxn modelId="{2EB05814-2C3E-4AED-85E0-89A421EE2AC8}" type="presParOf" srcId="{8A29D3C0-4E2E-437A-85A3-B0615AFD355F}" destId="{AD6DC898-8A9B-429D-8BCD-E15BD7BFC16F}" srcOrd="1" destOrd="0" presId="urn:microsoft.com/office/officeart/2018/5/layout/IconLeafLabelList"/>
    <dgm:cxn modelId="{D389C659-4C38-4861-9EA8-D7E631CD6227}" type="presParOf" srcId="{8A29D3C0-4E2E-437A-85A3-B0615AFD355F}" destId="{E8156740-E683-4E03-AD89-F14D3890E768}" srcOrd="2" destOrd="0" presId="urn:microsoft.com/office/officeart/2018/5/layout/IconLeafLabelList"/>
    <dgm:cxn modelId="{E2A0BEFD-7816-42BA-9709-0395785D6295}" type="presParOf" srcId="{8A29D3C0-4E2E-437A-85A3-B0615AFD355F}" destId="{1D2B2D49-8EB9-443B-BB12-8A8A99B288C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BF84C8-9C8F-40E9-896C-4E371A6F8B7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D1BFA62-9FF2-4A84-822A-2A1F0CE9A981}">
      <dgm:prSet custT="1"/>
      <dgm:spPr/>
      <dgm:t>
        <a:bodyPr/>
        <a:lstStyle/>
        <a:p>
          <a:r>
            <a:rPr lang="fr-CA" sz="1600" noProof="0" dirty="0"/>
            <a:t>Lorsque votre équipe invite d’autres personnes, vous êtes payé sur plusieurs niveaux.</a:t>
          </a:r>
        </a:p>
      </dgm:t>
    </dgm:pt>
    <dgm:pt modelId="{AA946AF1-6426-4F28-9EBC-8EABCCEC90B6}" type="parTrans" cxnId="{C9439BEC-9E6B-4050-B7F9-C47C39369C73}">
      <dgm:prSet/>
      <dgm:spPr/>
      <dgm:t>
        <a:bodyPr/>
        <a:lstStyle/>
        <a:p>
          <a:endParaRPr lang="en-US"/>
        </a:p>
      </dgm:t>
    </dgm:pt>
    <dgm:pt modelId="{C207F968-76F4-42E6-A1B1-02CDA29081C8}" type="sibTrans" cxnId="{C9439BEC-9E6B-4050-B7F9-C47C39369C73}">
      <dgm:prSet/>
      <dgm:spPr/>
      <dgm:t>
        <a:bodyPr/>
        <a:lstStyle/>
        <a:p>
          <a:endParaRPr lang="en-US"/>
        </a:p>
      </dgm:t>
    </dgm:pt>
    <dgm:pt modelId="{E6B738A4-D04C-46B9-8E94-C44F5F81BC53}">
      <dgm:prSet custT="1"/>
      <dgm:spPr/>
      <dgm:t>
        <a:bodyPr/>
        <a:lstStyle/>
        <a:p>
          <a:r>
            <a:rPr lang="fr-CA" sz="1600" noProof="0" dirty="0"/>
            <a:t>Votre profondeur payée augmente selon votre rang.</a:t>
          </a:r>
        </a:p>
      </dgm:t>
    </dgm:pt>
    <dgm:pt modelId="{1453C89F-9C7F-4E3B-9A91-7D8CB880FD08}" type="parTrans" cxnId="{922F05B8-F19C-458F-A9EA-1EE6D19BB245}">
      <dgm:prSet/>
      <dgm:spPr/>
      <dgm:t>
        <a:bodyPr/>
        <a:lstStyle/>
        <a:p>
          <a:endParaRPr lang="en-US"/>
        </a:p>
      </dgm:t>
    </dgm:pt>
    <dgm:pt modelId="{A82773AC-5EB5-49D1-8CEB-EF34272A09C8}" type="sibTrans" cxnId="{922F05B8-F19C-458F-A9EA-1EE6D19BB245}">
      <dgm:prSet/>
      <dgm:spPr/>
      <dgm:t>
        <a:bodyPr/>
        <a:lstStyle/>
        <a:p>
          <a:endParaRPr lang="en-US"/>
        </a:p>
      </dgm:t>
    </dgm:pt>
    <dgm:pt modelId="{0D77F53B-FE15-4C8C-8AFD-E80B6E128777}" type="pres">
      <dgm:prSet presAssocID="{14BF84C8-9C8F-40E9-896C-4E371A6F8B74}" presName="root" presStyleCnt="0">
        <dgm:presLayoutVars>
          <dgm:dir/>
          <dgm:resizeHandles val="exact"/>
        </dgm:presLayoutVars>
      </dgm:prSet>
      <dgm:spPr/>
    </dgm:pt>
    <dgm:pt modelId="{87E46E99-1D54-40CD-B7B8-C57FAE425574}" type="pres">
      <dgm:prSet presAssocID="{AD1BFA62-9FF2-4A84-822A-2A1F0CE9A981}" presName="compNode" presStyleCnt="0"/>
      <dgm:spPr/>
    </dgm:pt>
    <dgm:pt modelId="{357CCD81-9A0E-4DD2-8448-340901B6E127}" type="pres">
      <dgm:prSet presAssocID="{AD1BFA62-9FF2-4A84-822A-2A1F0CE9A98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s"/>
        </a:ext>
      </dgm:extLst>
    </dgm:pt>
    <dgm:pt modelId="{036E79DC-DD75-4A3D-8E7C-7B736ABF6895}" type="pres">
      <dgm:prSet presAssocID="{AD1BFA62-9FF2-4A84-822A-2A1F0CE9A981}" presName="spaceRect" presStyleCnt="0"/>
      <dgm:spPr/>
    </dgm:pt>
    <dgm:pt modelId="{D337222D-DADD-480B-A727-8C8ED85E5941}" type="pres">
      <dgm:prSet presAssocID="{AD1BFA62-9FF2-4A84-822A-2A1F0CE9A981}" presName="textRect" presStyleLbl="revTx" presStyleIdx="0" presStyleCnt="2" custLinFactNeighborX="-2116" custLinFactNeighborY="-78900">
        <dgm:presLayoutVars>
          <dgm:chMax val="1"/>
          <dgm:chPref val="1"/>
        </dgm:presLayoutVars>
      </dgm:prSet>
      <dgm:spPr/>
    </dgm:pt>
    <dgm:pt modelId="{D49A0BEB-E421-4D90-923F-1D5E61945179}" type="pres">
      <dgm:prSet presAssocID="{C207F968-76F4-42E6-A1B1-02CDA29081C8}" presName="sibTrans" presStyleCnt="0"/>
      <dgm:spPr/>
    </dgm:pt>
    <dgm:pt modelId="{EA750C71-8C44-437D-9ADE-211B5C1D6B12}" type="pres">
      <dgm:prSet presAssocID="{E6B738A4-D04C-46B9-8E94-C44F5F81BC53}" presName="compNode" presStyleCnt="0"/>
      <dgm:spPr/>
    </dgm:pt>
    <dgm:pt modelId="{EF5158D6-3C1F-4A2E-A8D9-9E83B085AC33}" type="pres">
      <dgm:prSet presAssocID="{E6B738A4-D04C-46B9-8E94-C44F5F81BC5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er"/>
        </a:ext>
      </dgm:extLst>
    </dgm:pt>
    <dgm:pt modelId="{8ADA0C31-EE37-49BF-A7CB-AC04EB81C656}" type="pres">
      <dgm:prSet presAssocID="{E6B738A4-D04C-46B9-8E94-C44F5F81BC53}" presName="spaceRect" presStyleCnt="0"/>
      <dgm:spPr/>
    </dgm:pt>
    <dgm:pt modelId="{AFF44461-D91C-4DB8-AD51-89F8BFAC74F3}" type="pres">
      <dgm:prSet presAssocID="{E6B738A4-D04C-46B9-8E94-C44F5F81BC53}" presName="textRect" presStyleLbl="revTx" presStyleIdx="1" presStyleCnt="2" custLinFactNeighborX="1618" custLinFactNeighborY="-65244">
        <dgm:presLayoutVars>
          <dgm:chMax val="1"/>
          <dgm:chPref val="1"/>
        </dgm:presLayoutVars>
      </dgm:prSet>
      <dgm:spPr/>
    </dgm:pt>
  </dgm:ptLst>
  <dgm:cxnLst>
    <dgm:cxn modelId="{31432304-1046-482F-808D-BB400276D2C2}" type="presOf" srcId="{E6B738A4-D04C-46B9-8E94-C44F5F81BC53}" destId="{AFF44461-D91C-4DB8-AD51-89F8BFAC74F3}" srcOrd="0" destOrd="0" presId="urn:microsoft.com/office/officeart/2018/2/layout/IconLabelList"/>
    <dgm:cxn modelId="{9DFA6B85-C195-425F-90F4-2773AD74DBD7}" type="presOf" srcId="{14BF84C8-9C8F-40E9-896C-4E371A6F8B74}" destId="{0D77F53B-FE15-4C8C-8AFD-E80B6E128777}" srcOrd="0" destOrd="0" presId="urn:microsoft.com/office/officeart/2018/2/layout/IconLabelList"/>
    <dgm:cxn modelId="{922F05B8-F19C-458F-A9EA-1EE6D19BB245}" srcId="{14BF84C8-9C8F-40E9-896C-4E371A6F8B74}" destId="{E6B738A4-D04C-46B9-8E94-C44F5F81BC53}" srcOrd="1" destOrd="0" parTransId="{1453C89F-9C7F-4E3B-9A91-7D8CB880FD08}" sibTransId="{A82773AC-5EB5-49D1-8CEB-EF34272A09C8}"/>
    <dgm:cxn modelId="{971CE9DB-EBF4-47C0-A626-C7A2E5AA7092}" type="presOf" srcId="{AD1BFA62-9FF2-4A84-822A-2A1F0CE9A981}" destId="{D337222D-DADD-480B-A727-8C8ED85E5941}" srcOrd="0" destOrd="0" presId="urn:microsoft.com/office/officeart/2018/2/layout/IconLabelList"/>
    <dgm:cxn modelId="{C9439BEC-9E6B-4050-B7F9-C47C39369C73}" srcId="{14BF84C8-9C8F-40E9-896C-4E371A6F8B74}" destId="{AD1BFA62-9FF2-4A84-822A-2A1F0CE9A981}" srcOrd="0" destOrd="0" parTransId="{AA946AF1-6426-4F28-9EBC-8EABCCEC90B6}" sibTransId="{C207F968-76F4-42E6-A1B1-02CDA29081C8}"/>
    <dgm:cxn modelId="{CCC70CD9-68BA-421F-ADA4-D1CE5A42C033}" type="presParOf" srcId="{0D77F53B-FE15-4C8C-8AFD-E80B6E128777}" destId="{87E46E99-1D54-40CD-B7B8-C57FAE425574}" srcOrd="0" destOrd="0" presId="urn:microsoft.com/office/officeart/2018/2/layout/IconLabelList"/>
    <dgm:cxn modelId="{22BD4816-1376-4089-A62F-0C120338E65C}" type="presParOf" srcId="{87E46E99-1D54-40CD-B7B8-C57FAE425574}" destId="{357CCD81-9A0E-4DD2-8448-340901B6E127}" srcOrd="0" destOrd="0" presId="urn:microsoft.com/office/officeart/2018/2/layout/IconLabelList"/>
    <dgm:cxn modelId="{2A67E2D8-7204-409D-A4E3-2AF933E6E05D}" type="presParOf" srcId="{87E46E99-1D54-40CD-B7B8-C57FAE425574}" destId="{036E79DC-DD75-4A3D-8E7C-7B736ABF6895}" srcOrd="1" destOrd="0" presId="urn:microsoft.com/office/officeart/2018/2/layout/IconLabelList"/>
    <dgm:cxn modelId="{D3344038-75FC-4D1C-A051-904317174DAE}" type="presParOf" srcId="{87E46E99-1D54-40CD-B7B8-C57FAE425574}" destId="{D337222D-DADD-480B-A727-8C8ED85E5941}" srcOrd="2" destOrd="0" presId="urn:microsoft.com/office/officeart/2018/2/layout/IconLabelList"/>
    <dgm:cxn modelId="{BAD859D2-E207-4079-AAA3-D292474F8F15}" type="presParOf" srcId="{0D77F53B-FE15-4C8C-8AFD-E80B6E128777}" destId="{D49A0BEB-E421-4D90-923F-1D5E61945179}" srcOrd="1" destOrd="0" presId="urn:microsoft.com/office/officeart/2018/2/layout/IconLabelList"/>
    <dgm:cxn modelId="{1BA321B0-8A5B-4ECB-9816-7A0092448128}" type="presParOf" srcId="{0D77F53B-FE15-4C8C-8AFD-E80B6E128777}" destId="{EA750C71-8C44-437D-9ADE-211B5C1D6B12}" srcOrd="2" destOrd="0" presId="urn:microsoft.com/office/officeart/2018/2/layout/IconLabelList"/>
    <dgm:cxn modelId="{C892F521-5AD2-4347-A4C3-511E85A3DD29}" type="presParOf" srcId="{EA750C71-8C44-437D-9ADE-211B5C1D6B12}" destId="{EF5158D6-3C1F-4A2E-A8D9-9E83B085AC33}" srcOrd="0" destOrd="0" presId="urn:microsoft.com/office/officeart/2018/2/layout/IconLabelList"/>
    <dgm:cxn modelId="{6B5A7AE0-7F0D-4CB5-8C47-1D97FADBADC8}" type="presParOf" srcId="{EA750C71-8C44-437D-9ADE-211B5C1D6B12}" destId="{8ADA0C31-EE37-49BF-A7CB-AC04EB81C656}" srcOrd="1" destOrd="0" presId="urn:microsoft.com/office/officeart/2018/2/layout/IconLabelList"/>
    <dgm:cxn modelId="{4B78323C-0904-494E-A4F8-83082A2929DC}" type="presParOf" srcId="{EA750C71-8C44-437D-9ADE-211B5C1D6B12}" destId="{AFF44461-D91C-4DB8-AD51-89F8BFAC74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88BB71-D6EA-4381-9683-7FC4DF02D021}" type="doc">
      <dgm:prSet loTypeId="urn:microsoft.com/office/officeart/2005/8/layout/chevron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33A6394-C67D-4DCA-A4B1-124D6B017282}">
      <dgm:prSet/>
      <dgm:spPr/>
      <dgm:t>
        <a:bodyPr/>
        <a:lstStyle/>
        <a:p>
          <a:r>
            <a:rPr lang="fr-CA" noProof="0" dirty="0"/>
            <a:t>Consommateur</a:t>
          </a:r>
        </a:p>
      </dgm:t>
    </dgm:pt>
    <dgm:pt modelId="{41C1A8D1-FC0E-4D50-BBBE-180937F053AF}" type="parTrans" cxnId="{E99AD743-4F90-4B9D-8638-C583AE23EA50}">
      <dgm:prSet/>
      <dgm:spPr/>
      <dgm:t>
        <a:bodyPr/>
        <a:lstStyle/>
        <a:p>
          <a:endParaRPr lang="en-US"/>
        </a:p>
      </dgm:t>
    </dgm:pt>
    <dgm:pt modelId="{B1AEA222-9FC2-4FC1-BB2B-1DE6790AD286}" type="sibTrans" cxnId="{E99AD743-4F90-4B9D-8638-C583AE23EA50}">
      <dgm:prSet/>
      <dgm:spPr/>
      <dgm:t>
        <a:bodyPr/>
        <a:lstStyle/>
        <a:p>
          <a:endParaRPr lang="en-US"/>
        </a:p>
      </dgm:t>
    </dgm:pt>
    <dgm:pt modelId="{FCAE381B-6C51-4551-B719-3E3370A38082}">
      <dgm:prSet/>
      <dgm:spPr/>
      <dgm:t>
        <a:bodyPr/>
        <a:lstStyle/>
        <a:p>
          <a:r>
            <a:rPr lang="fr-CA" noProof="0" dirty="0"/>
            <a:t>Bâtisseur</a:t>
          </a:r>
        </a:p>
      </dgm:t>
    </dgm:pt>
    <dgm:pt modelId="{13169EB2-7F44-45B3-9DE4-6B16CA7551D7}" type="parTrans" cxnId="{F0C1566F-8CE2-429B-8A1A-9F9781462407}">
      <dgm:prSet/>
      <dgm:spPr/>
      <dgm:t>
        <a:bodyPr/>
        <a:lstStyle/>
        <a:p>
          <a:endParaRPr lang="en-US"/>
        </a:p>
      </dgm:t>
    </dgm:pt>
    <dgm:pt modelId="{9939F2E4-2F63-4DA8-BD98-D52049A09D48}" type="sibTrans" cxnId="{F0C1566F-8CE2-429B-8A1A-9F9781462407}">
      <dgm:prSet/>
      <dgm:spPr/>
      <dgm:t>
        <a:bodyPr/>
        <a:lstStyle/>
        <a:p>
          <a:endParaRPr lang="en-US"/>
        </a:p>
      </dgm:t>
    </dgm:pt>
    <dgm:pt modelId="{83EFDD73-76D5-4543-8FA1-1A26B4EA2EC1}">
      <dgm:prSet/>
      <dgm:spPr/>
      <dgm:t>
        <a:bodyPr/>
        <a:lstStyle/>
        <a:p>
          <a:r>
            <a:rPr lang="fr-CA" noProof="0" dirty="0"/>
            <a:t>Coordonnateur</a:t>
          </a:r>
        </a:p>
      </dgm:t>
    </dgm:pt>
    <dgm:pt modelId="{E78A12E6-42DE-4BF9-9CA4-56F2C3197971}" type="parTrans" cxnId="{2004AAD0-4E8C-4A3B-BE2C-4D5CCC494592}">
      <dgm:prSet/>
      <dgm:spPr/>
      <dgm:t>
        <a:bodyPr/>
        <a:lstStyle/>
        <a:p>
          <a:endParaRPr lang="en-US"/>
        </a:p>
      </dgm:t>
    </dgm:pt>
    <dgm:pt modelId="{D77CDCB2-C6A3-458A-AE55-4155B5B2E434}" type="sibTrans" cxnId="{2004AAD0-4E8C-4A3B-BE2C-4D5CCC494592}">
      <dgm:prSet/>
      <dgm:spPr/>
      <dgm:t>
        <a:bodyPr/>
        <a:lstStyle/>
        <a:p>
          <a:endParaRPr lang="en-US"/>
        </a:p>
      </dgm:t>
    </dgm:pt>
    <dgm:pt modelId="{D95D76DE-6687-48DB-A402-A3D38ABDD2CE}">
      <dgm:prSet/>
      <dgm:spPr/>
      <dgm:t>
        <a:bodyPr/>
        <a:lstStyle/>
        <a:p>
          <a:r>
            <a:rPr lang="fr-CA" noProof="0" dirty="0"/>
            <a:t>Gérant Territoire</a:t>
          </a:r>
        </a:p>
      </dgm:t>
    </dgm:pt>
    <dgm:pt modelId="{44FAE372-FBA8-4148-9E74-43EA56DD4622}" type="parTrans" cxnId="{F4B535E5-7CE2-42D0-8A08-80D79966A4C6}">
      <dgm:prSet/>
      <dgm:spPr/>
      <dgm:t>
        <a:bodyPr/>
        <a:lstStyle/>
        <a:p>
          <a:endParaRPr lang="en-US"/>
        </a:p>
      </dgm:t>
    </dgm:pt>
    <dgm:pt modelId="{D3FA22B5-95B6-4509-B59A-4E3583111CFB}" type="sibTrans" cxnId="{F4B535E5-7CE2-42D0-8A08-80D79966A4C6}">
      <dgm:prSet/>
      <dgm:spPr/>
      <dgm:t>
        <a:bodyPr/>
        <a:lstStyle/>
        <a:p>
          <a:endParaRPr lang="en-US"/>
        </a:p>
      </dgm:t>
    </dgm:pt>
    <dgm:pt modelId="{3CF1995B-B6D7-424F-A869-2D0BC9F3D6D4}">
      <dgm:prSet/>
      <dgm:spPr/>
      <dgm:t>
        <a:bodyPr/>
        <a:lstStyle/>
        <a:p>
          <a:r>
            <a:rPr lang="fr-CA" noProof="0" dirty="0"/>
            <a:t>Explorateur</a:t>
          </a:r>
        </a:p>
      </dgm:t>
    </dgm:pt>
    <dgm:pt modelId="{A2307A1D-3869-49BD-AF20-D0A5A076DD6D}" type="parTrans" cxnId="{DB21F683-AC75-4751-B97C-DE4FD87105EC}">
      <dgm:prSet/>
      <dgm:spPr/>
      <dgm:t>
        <a:bodyPr/>
        <a:lstStyle/>
        <a:p>
          <a:endParaRPr lang="fr-CA"/>
        </a:p>
      </dgm:t>
    </dgm:pt>
    <dgm:pt modelId="{F21F6F98-929A-4BBF-93FF-2FB454D22E87}" type="sibTrans" cxnId="{DB21F683-AC75-4751-B97C-DE4FD87105EC}">
      <dgm:prSet/>
      <dgm:spPr/>
      <dgm:t>
        <a:bodyPr/>
        <a:lstStyle/>
        <a:p>
          <a:endParaRPr lang="fr-CA"/>
        </a:p>
      </dgm:t>
    </dgm:pt>
    <dgm:pt modelId="{BB7CE3EA-E9AF-4142-9715-A3CD56DE208A}">
      <dgm:prSet custT="1"/>
      <dgm:spPr/>
      <dgm:t>
        <a:bodyPr/>
        <a:lstStyle/>
        <a:p>
          <a:r>
            <a:rPr lang="fr-CA" sz="1600" noProof="0" dirty="0">
              <a:solidFill>
                <a:srgbClr val="C00000"/>
              </a:solidFill>
            </a:rPr>
            <a:t>N1</a:t>
          </a:r>
          <a:r>
            <a:rPr lang="fr-CA" sz="1400" noProof="0" dirty="0"/>
            <a:t>(10%)</a:t>
          </a:r>
          <a:endParaRPr lang="fr-CA" sz="1600" noProof="0" dirty="0"/>
        </a:p>
      </dgm:t>
    </dgm:pt>
    <dgm:pt modelId="{90492AA3-0349-45B4-A9DE-5B9D88635EFA}" type="parTrans" cxnId="{6EA5C835-EC8C-4705-831E-80D8E093AC03}">
      <dgm:prSet/>
      <dgm:spPr/>
      <dgm:t>
        <a:bodyPr/>
        <a:lstStyle/>
        <a:p>
          <a:endParaRPr lang="fr-CA"/>
        </a:p>
      </dgm:t>
    </dgm:pt>
    <dgm:pt modelId="{E3B49342-EC09-489C-90E7-5788FA8F651E}" type="sibTrans" cxnId="{6EA5C835-EC8C-4705-831E-80D8E093AC03}">
      <dgm:prSet/>
      <dgm:spPr/>
      <dgm:t>
        <a:bodyPr/>
        <a:lstStyle/>
        <a:p>
          <a:endParaRPr lang="fr-CA"/>
        </a:p>
      </dgm:t>
    </dgm:pt>
    <dgm:pt modelId="{06F1990B-F832-439E-850C-3298872A29E8}">
      <dgm:prSet custT="1"/>
      <dgm:spPr/>
      <dgm:t>
        <a:bodyPr/>
        <a:lstStyle/>
        <a:p>
          <a:r>
            <a:rPr lang="fr-CA" sz="1600" noProof="0" dirty="0">
              <a:solidFill>
                <a:srgbClr val="C00000"/>
              </a:solidFill>
            </a:rPr>
            <a:t>N1</a:t>
          </a:r>
          <a:r>
            <a:rPr lang="fr-CA" sz="1400" noProof="0" dirty="0"/>
            <a:t>(15%)</a:t>
          </a:r>
          <a:endParaRPr lang="fr-CA" sz="1600" noProof="0" dirty="0"/>
        </a:p>
      </dgm:t>
    </dgm:pt>
    <dgm:pt modelId="{3F3287A0-CC20-4D82-82C1-8B1A85E83EC1}" type="parTrans" cxnId="{E4BDAB8B-6D79-4D9C-8274-6DEE523BA215}">
      <dgm:prSet/>
      <dgm:spPr/>
      <dgm:t>
        <a:bodyPr/>
        <a:lstStyle/>
        <a:p>
          <a:endParaRPr lang="fr-CA"/>
        </a:p>
      </dgm:t>
    </dgm:pt>
    <dgm:pt modelId="{687582A6-DE8E-4BF0-B9E4-1DD094639C1A}" type="sibTrans" cxnId="{E4BDAB8B-6D79-4D9C-8274-6DEE523BA215}">
      <dgm:prSet/>
      <dgm:spPr/>
      <dgm:t>
        <a:bodyPr/>
        <a:lstStyle/>
        <a:p>
          <a:endParaRPr lang="fr-CA"/>
        </a:p>
      </dgm:t>
    </dgm:pt>
    <dgm:pt modelId="{A039C550-D8DB-41E9-AD95-1BB738C6EF5D}">
      <dgm:prSet custT="1"/>
      <dgm:spPr/>
      <dgm:t>
        <a:bodyPr/>
        <a:lstStyle/>
        <a:p>
          <a:r>
            <a:rPr lang="fr-CA" sz="1600" noProof="0" dirty="0">
              <a:solidFill>
                <a:srgbClr val="C00000"/>
              </a:solidFill>
            </a:rPr>
            <a:t>N1(</a:t>
          </a:r>
          <a:r>
            <a:rPr lang="fr-CA" sz="1400" noProof="0" dirty="0"/>
            <a:t>18%) / </a:t>
          </a:r>
          <a:r>
            <a:rPr lang="fr-CA" sz="1600" noProof="0" dirty="0">
              <a:solidFill>
                <a:srgbClr val="C00000"/>
              </a:solidFill>
            </a:rPr>
            <a:t>N2</a:t>
          </a:r>
          <a:r>
            <a:rPr lang="fr-CA" sz="1400" noProof="0" dirty="0">
              <a:solidFill>
                <a:schemeClr val="tx1"/>
              </a:solidFill>
            </a:rPr>
            <a:t>(</a:t>
          </a:r>
          <a:r>
            <a:rPr lang="fr-CA" sz="1400" noProof="0" dirty="0"/>
            <a:t>5%)</a:t>
          </a:r>
          <a:endParaRPr lang="fr-CA" sz="1600" noProof="0" dirty="0"/>
        </a:p>
      </dgm:t>
    </dgm:pt>
    <dgm:pt modelId="{AAE7AA15-C067-4D32-8E91-BB5C7376716A}" type="parTrans" cxnId="{F512DE92-C301-4E5A-B684-21130D007297}">
      <dgm:prSet/>
      <dgm:spPr/>
      <dgm:t>
        <a:bodyPr/>
        <a:lstStyle/>
        <a:p>
          <a:endParaRPr lang="fr-CA"/>
        </a:p>
      </dgm:t>
    </dgm:pt>
    <dgm:pt modelId="{66137D24-AE14-4064-8E17-AACBBD18F26E}" type="sibTrans" cxnId="{F512DE92-C301-4E5A-B684-21130D007297}">
      <dgm:prSet/>
      <dgm:spPr/>
      <dgm:t>
        <a:bodyPr/>
        <a:lstStyle/>
        <a:p>
          <a:endParaRPr lang="fr-CA"/>
        </a:p>
      </dgm:t>
    </dgm:pt>
    <dgm:pt modelId="{C1EDB87A-B101-4C8A-BA2A-341DDB507BBC}">
      <dgm:prSet custT="1"/>
      <dgm:spPr/>
      <dgm:t>
        <a:bodyPr/>
        <a:lstStyle/>
        <a:p>
          <a:endParaRPr lang="fr-CA" sz="1600" noProof="0" dirty="0"/>
        </a:p>
      </dgm:t>
    </dgm:pt>
    <dgm:pt modelId="{71F551DA-CAD2-4E4E-BBE8-B76385DC871D}" type="parTrans" cxnId="{64E7667A-1988-4D28-AD59-06501A0B53AB}">
      <dgm:prSet/>
      <dgm:spPr/>
      <dgm:t>
        <a:bodyPr/>
        <a:lstStyle/>
        <a:p>
          <a:endParaRPr lang="fr-CA"/>
        </a:p>
      </dgm:t>
    </dgm:pt>
    <dgm:pt modelId="{25C3F3B9-01F2-411B-B4DE-D8BE07149ED6}" type="sibTrans" cxnId="{64E7667A-1988-4D28-AD59-06501A0B53AB}">
      <dgm:prSet/>
      <dgm:spPr/>
      <dgm:t>
        <a:bodyPr/>
        <a:lstStyle/>
        <a:p>
          <a:endParaRPr lang="fr-CA"/>
        </a:p>
      </dgm:t>
    </dgm:pt>
    <dgm:pt modelId="{B0B2DAC5-0B09-4515-9967-E80EEAE43493}">
      <dgm:prSet/>
      <dgm:spPr/>
      <dgm:t>
        <a:bodyPr/>
        <a:lstStyle/>
        <a:p>
          <a:endParaRPr lang="fr-CA" sz="2000" noProof="0" dirty="0"/>
        </a:p>
      </dgm:t>
    </dgm:pt>
    <dgm:pt modelId="{2985065F-AB84-4E27-A2A0-44D20B4BB7A5}" type="parTrans" cxnId="{B69F9899-0348-4DC8-ADF0-B0B4ACF4AC35}">
      <dgm:prSet/>
      <dgm:spPr/>
      <dgm:t>
        <a:bodyPr/>
        <a:lstStyle/>
        <a:p>
          <a:endParaRPr lang="fr-CA"/>
        </a:p>
      </dgm:t>
    </dgm:pt>
    <dgm:pt modelId="{9AF8D6BC-BB31-4C2C-9686-D8C80B6573C1}" type="sibTrans" cxnId="{B69F9899-0348-4DC8-ADF0-B0B4ACF4AC35}">
      <dgm:prSet/>
      <dgm:spPr/>
      <dgm:t>
        <a:bodyPr/>
        <a:lstStyle/>
        <a:p>
          <a:endParaRPr lang="fr-CA"/>
        </a:p>
      </dgm:t>
    </dgm:pt>
    <dgm:pt modelId="{D7CCB94E-87DA-4BE6-B05D-50B2904A8452}">
      <dgm:prSet custT="1"/>
      <dgm:spPr/>
      <dgm:t>
        <a:bodyPr/>
        <a:lstStyle/>
        <a:p>
          <a:endParaRPr lang="fr-CA" sz="1600" noProof="0" dirty="0"/>
        </a:p>
      </dgm:t>
    </dgm:pt>
    <dgm:pt modelId="{ABEFEF6B-7E1F-4EDB-B4E5-50D005174CA5}" type="parTrans" cxnId="{287F5D32-8F1C-4649-A9F7-C2976308829A}">
      <dgm:prSet/>
      <dgm:spPr/>
      <dgm:t>
        <a:bodyPr/>
        <a:lstStyle/>
        <a:p>
          <a:endParaRPr lang="fr-CA"/>
        </a:p>
      </dgm:t>
    </dgm:pt>
    <dgm:pt modelId="{A57643DC-E306-4E5F-80DB-AE770617B278}" type="sibTrans" cxnId="{287F5D32-8F1C-4649-A9F7-C2976308829A}">
      <dgm:prSet/>
      <dgm:spPr/>
      <dgm:t>
        <a:bodyPr/>
        <a:lstStyle/>
        <a:p>
          <a:endParaRPr lang="fr-CA"/>
        </a:p>
      </dgm:t>
    </dgm:pt>
    <dgm:pt modelId="{A2923974-3DE0-4036-B994-E801AB6A45F9}">
      <dgm:prSet/>
      <dgm:spPr/>
      <dgm:t>
        <a:bodyPr/>
        <a:lstStyle/>
        <a:p>
          <a:endParaRPr lang="fr-CA" sz="2000" noProof="0" dirty="0"/>
        </a:p>
      </dgm:t>
    </dgm:pt>
    <dgm:pt modelId="{FFBB0D1E-C06F-4215-8CCF-001144BB5414}" type="parTrans" cxnId="{70EF6DFB-B64F-46B3-8DD5-9E007693D808}">
      <dgm:prSet/>
      <dgm:spPr/>
      <dgm:t>
        <a:bodyPr/>
        <a:lstStyle/>
        <a:p>
          <a:endParaRPr lang="fr-CA"/>
        </a:p>
      </dgm:t>
    </dgm:pt>
    <dgm:pt modelId="{935ABCD8-B71E-4642-A451-2DB06BCF69A0}" type="sibTrans" cxnId="{70EF6DFB-B64F-46B3-8DD5-9E007693D808}">
      <dgm:prSet/>
      <dgm:spPr/>
      <dgm:t>
        <a:bodyPr/>
        <a:lstStyle/>
        <a:p>
          <a:endParaRPr lang="fr-CA"/>
        </a:p>
      </dgm:t>
    </dgm:pt>
    <dgm:pt modelId="{07885ED3-0EF0-4073-B6E8-7A59C046A258}">
      <dgm:prSet custT="1"/>
      <dgm:spPr/>
      <dgm:t>
        <a:bodyPr/>
        <a:lstStyle/>
        <a:p>
          <a:r>
            <a:rPr lang="fr-CA" sz="1600" noProof="0" dirty="0">
              <a:solidFill>
                <a:srgbClr val="C00000"/>
              </a:solidFill>
            </a:rPr>
            <a:t>N4</a:t>
          </a:r>
          <a:r>
            <a:rPr lang="fr-CA" sz="1600" noProof="0" dirty="0"/>
            <a:t>(2%)</a:t>
          </a:r>
        </a:p>
      </dgm:t>
    </dgm:pt>
    <dgm:pt modelId="{CACC9FF6-DF68-4260-8F3D-6001D1E2B993}" type="parTrans" cxnId="{7EF892B8-A96C-404C-93B4-83B7EC4D724E}">
      <dgm:prSet/>
      <dgm:spPr/>
      <dgm:t>
        <a:bodyPr/>
        <a:lstStyle/>
        <a:p>
          <a:endParaRPr lang="fr-CA"/>
        </a:p>
      </dgm:t>
    </dgm:pt>
    <dgm:pt modelId="{90D2FBAC-73C0-4AD0-97AC-197DAEC2B58A}" type="sibTrans" cxnId="{7EF892B8-A96C-404C-93B4-83B7EC4D724E}">
      <dgm:prSet/>
      <dgm:spPr/>
      <dgm:t>
        <a:bodyPr/>
        <a:lstStyle/>
        <a:p>
          <a:endParaRPr lang="fr-CA"/>
        </a:p>
      </dgm:t>
    </dgm:pt>
    <dgm:pt modelId="{CA60DCB3-9981-4094-9D8E-74759218A0AD}">
      <dgm:prSet custT="1"/>
      <dgm:spPr/>
      <dgm:t>
        <a:bodyPr/>
        <a:lstStyle/>
        <a:p>
          <a:r>
            <a:rPr lang="fr-CA" sz="1600" noProof="0" dirty="0">
              <a:solidFill>
                <a:srgbClr val="C00000"/>
              </a:solidFill>
            </a:rPr>
            <a:t>N1(</a:t>
          </a:r>
          <a:r>
            <a:rPr lang="fr-CA" sz="1600" noProof="0" dirty="0"/>
            <a:t>20%) / </a:t>
          </a:r>
          <a:r>
            <a:rPr lang="fr-CA" sz="1600" noProof="0" dirty="0">
              <a:solidFill>
                <a:srgbClr val="C00000"/>
              </a:solidFill>
            </a:rPr>
            <a:t>N2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6%) / </a:t>
          </a:r>
          <a:r>
            <a:rPr lang="fr-CA" sz="1600" noProof="0" dirty="0">
              <a:solidFill>
                <a:srgbClr val="C00000"/>
              </a:solidFill>
            </a:rPr>
            <a:t>N3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4%)</a:t>
          </a:r>
        </a:p>
      </dgm:t>
    </dgm:pt>
    <dgm:pt modelId="{5F42E227-1032-4DFF-AC99-85C476F31237}" type="parTrans" cxnId="{3098374E-3948-4653-8FD2-CB8B6DFD67DD}">
      <dgm:prSet/>
      <dgm:spPr/>
      <dgm:t>
        <a:bodyPr/>
        <a:lstStyle/>
        <a:p>
          <a:endParaRPr lang="fr-CA"/>
        </a:p>
      </dgm:t>
    </dgm:pt>
    <dgm:pt modelId="{C8098D6F-21A1-477A-95C9-0F03E9FAE36C}" type="sibTrans" cxnId="{3098374E-3948-4653-8FD2-CB8B6DFD67DD}">
      <dgm:prSet/>
      <dgm:spPr/>
      <dgm:t>
        <a:bodyPr/>
        <a:lstStyle/>
        <a:p>
          <a:endParaRPr lang="fr-CA"/>
        </a:p>
      </dgm:t>
    </dgm:pt>
    <dgm:pt modelId="{66DAC007-CFD2-4BBA-9694-7DC09B41D6B1}">
      <dgm:prSet custT="1"/>
      <dgm:spPr/>
      <dgm:t>
        <a:bodyPr/>
        <a:lstStyle/>
        <a:p>
          <a:r>
            <a:rPr lang="fr-CA" sz="1800" noProof="0" dirty="0">
              <a:solidFill>
                <a:srgbClr val="C00000"/>
              </a:solidFill>
            </a:rPr>
            <a:t>N4</a:t>
          </a:r>
          <a:r>
            <a:rPr lang="fr-CA" sz="1600" noProof="0" dirty="0"/>
            <a:t>(3%) / </a:t>
          </a:r>
          <a:r>
            <a:rPr lang="fr-CA" sz="1600" noProof="0" dirty="0">
              <a:solidFill>
                <a:srgbClr val="C00000"/>
              </a:solidFill>
            </a:rPr>
            <a:t>N5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2%) / </a:t>
          </a:r>
          <a:r>
            <a:rPr lang="fr-CA" sz="1600" noProof="0" dirty="0">
              <a:solidFill>
                <a:srgbClr val="C00000"/>
              </a:solidFill>
            </a:rPr>
            <a:t>N6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1%)</a:t>
          </a:r>
        </a:p>
      </dgm:t>
    </dgm:pt>
    <dgm:pt modelId="{B01547E1-4921-459B-ACD7-8FD1C88DD310}" type="parTrans" cxnId="{3C57D6C6-896C-4443-98F6-C7033EACF460}">
      <dgm:prSet/>
      <dgm:spPr/>
      <dgm:t>
        <a:bodyPr/>
        <a:lstStyle/>
        <a:p>
          <a:endParaRPr lang="fr-CA"/>
        </a:p>
      </dgm:t>
    </dgm:pt>
    <dgm:pt modelId="{6303001E-354C-46DE-9992-4EAAFDFF8FA4}" type="sibTrans" cxnId="{3C57D6C6-896C-4443-98F6-C7033EACF460}">
      <dgm:prSet/>
      <dgm:spPr/>
      <dgm:t>
        <a:bodyPr/>
        <a:lstStyle/>
        <a:p>
          <a:endParaRPr lang="fr-CA"/>
        </a:p>
      </dgm:t>
    </dgm:pt>
    <dgm:pt modelId="{89AE5C87-378B-4E1C-808B-9B94CD266BEF}">
      <dgm:prSet custT="1"/>
      <dgm:spPr/>
      <dgm:t>
        <a:bodyPr/>
        <a:lstStyle/>
        <a:p>
          <a:r>
            <a:rPr lang="fr-CA" sz="1600" noProof="0" dirty="0">
              <a:solidFill>
                <a:srgbClr val="C00000"/>
              </a:solidFill>
            </a:rPr>
            <a:t>N1(</a:t>
          </a:r>
          <a:r>
            <a:rPr lang="fr-CA" sz="1600" noProof="0" dirty="0"/>
            <a:t>22%) / </a:t>
          </a:r>
          <a:r>
            <a:rPr lang="fr-CA" sz="1600" noProof="0" dirty="0">
              <a:solidFill>
                <a:srgbClr val="C00000"/>
              </a:solidFill>
            </a:rPr>
            <a:t>N2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7%) / </a:t>
          </a:r>
          <a:r>
            <a:rPr lang="fr-CA" sz="1600" noProof="0" dirty="0">
              <a:solidFill>
                <a:srgbClr val="C00000"/>
              </a:solidFill>
            </a:rPr>
            <a:t>N3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5%)</a:t>
          </a:r>
        </a:p>
      </dgm:t>
    </dgm:pt>
    <dgm:pt modelId="{0252410C-3F4F-4C41-AFE6-B5EAC9E1E631}" type="parTrans" cxnId="{BDF56745-1A24-4BFB-9583-14196DE7FBF7}">
      <dgm:prSet/>
      <dgm:spPr/>
      <dgm:t>
        <a:bodyPr/>
        <a:lstStyle/>
        <a:p>
          <a:endParaRPr lang="fr-CA"/>
        </a:p>
      </dgm:t>
    </dgm:pt>
    <dgm:pt modelId="{350B3158-8BCE-4FF9-84F0-6453EBB52C24}" type="sibTrans" cxnId="{BDF56745-1A24-4BFB-9583-14196DE7FBF7}">
      <dgm:prSet/>
      <dgm:spPr/>
      <dgm:t>
        <a:bodyPr/>
        <a:lstStyle/>
        <a:p>
          <a:endParaRPr lang="fr-CA"/>
        </a:p>
      </dgm:t>
    </dgm:pt>
    <dgm:pt modelId="{DE7BD32B-32C2-4D5E-A4E7-12309FB7AFB5}" type="pres">
      <dgm:prSet presAssocID="{3388BB71-D6EA-4381-9683-7FC4DF02D021}" presName="linearFlow" presStyleCnt="0">
        <dgm:presLayoutVars>
          <dgm:dir/>
          <dgm:animLvl val="lvl"/>
          <dgm:resizeHandles val="exact"/>
        </dgm:presLayoutVars>
      </dgm:prSet>
      <dgm:spPr/>
    </dgm:pt>
    <dgm:pt modelId="{94B80768-BC27-468A-871C-E5EB4A01D092}" type="pres">
      <dgm:prSet presAssocID="{033A6394-C67D-4DCA-A4B1-124D6B017282}" presName="composite" presStyleCnt="0"/>
      <dgm:spPr/>
    </dgm:pt>
    <dgm:pt modelId="{09914D23-748D-435B-956C-522A7725C09A}" type="pres">
      <dgm:prSet presAssocID="{033A6394-C67D-4DCA-A4B1-124D6B01728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56FC7474-446C-4DF0-9957-DCEC04F094AF}" type="pres">
      <dgm:prSet presAssocID="{033A6394-C67D-4DCA-A4B1-124D6B017282}" presName="descendantText" presStyleLbl="alignAcc1" presStyleIdx="0" presStyleCnt="5" custLinFactNeighborX="0" custLinFactNeighborY="549">
        <dgm:presLayoutVars>
          <dgm:bulletEnabled val="1"/>
        </dgm:presLayoutVars>
      </dgm:prSet>
      <dgm:spPr/>
    </dgm:pt>
    <dgm:pt modelId="{A55A564D-9C6C-44B2-9378-0DCADCB18CA1}" type="pres">
      <dgm:prSet presAssocID="{B1AEA222-9FC2-4FC1-BB2B-1DE6790AD286}" presName="sp" presStyleCnt="0"/>
      <dgm:spPr/>
    </dgm:pt>
    <dgm:pt modelId="{30167CE9-CA05-45F9-858B-971762612267}" type="pres">
      <dgm:prSet presAssocID="{3CF1995B-B6D7-424F-A869-2D0BC9F3D6D4}" presName="composite" presStyleCnt="0"/>
      <dgm:spPr/>
    </dgm:pt>
    <dgm:pt modelId="{8FD10B68-6B43-4704-BDCC-B942A77E3997}" type="pres">
      <dgm:prSet presAssocID="{3CF1995B-B6D7-424F-A869-2D0BC9F3D6D4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DA4EEF17-FFE6-4A59-8173-40591B9EF88D}" type="pres">
      <dgm:prSet presAssocID="{3CF1995B-B6D7-424F-A869-2D0BC9F3D6D4}" presName="descendantText" presStyleLbl="alignAcc1" presStyleIdx="1" presStyleCnt="5">
        <dgm:presLayoutVars>
          <dgm:bulletEnabled val="1"/>
        </dgm:presLayoutVars>
      </dgm:prSet>
      <dgm:spPr/>
    </dgm:pt>
    <dgm:pt modelId="{B41456E0-E78C-4445-9DB8-40E9EA2A5638}" type="pres">
      <dgm:prSet presAssocID="{F21F6F98-929A-4BBF-93FF-2FB454D22E87}" presName="sp" presStyleCnt="0"/>
      <dgm:spPr/>
    </dgm:pt>
    <dgm:pt modelId="{0FD4D7CC-3C4B-4AB3-B0CD-BC6E161171A8}" type="pres">
      <dgm:prSet presAssocID="{FCAE381B-6C51-4551-B719-3E3370A38082}" presName="composite" presStyleCnt="0"/>
      <dgm:spPr/>
    </dgm:pt>
    <dgm:pt modelId="{A7B14A73-1840-4B97-936D-C5398E03F252}" type="pres">
      <dgm:prSet presAssocID="{FCAE381B-6C51-4551-B719-3E3370A38082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3BDF58DA-2B4C-45D2-953E-2BE7357C7889}" type="pres">
      <dgm:prSet presAssocID="{FCAE381B-6C51-4551-B719-3E3370A38082}" presName="descendantText" presStyleLbl="alignAcc1" presStyleIdx="2" presStyleCnt="5">
        <dgm:presLayoutVars>
          <dgm:bulletEnabled val="1"/>
        </dgm:presLayoutVars>
      </dgm:prSet>
      <dgm:spPr/>
    </dgm:pt>
    <dgm:pt modelId="{8396AA86-A1F2-4594-B3EB-91D4F47159F1}" type="pres">
      <dgm:prSet presAssocID="{9939F2E4-2F63-4DA8-BD98-D52049A09D48}" presName="sp" presStyleCnt="0"/>
      <dgm:spPr/>
    </dgm:pt>
    <dgm:pt modelId="{5214F16A-3375-482B-AD52-474D533C67C4}" type="pres">
      <dgm:prSet presAssocID="{83EFDD73-76D5-4543-8FA1-1A26B4EA2EC1}" presName="composite" presStyleCnt="0"/>
      <dgm:spPr/>
    </dgm:pt>
    <dgm:pt modelId="{17BF045A-C82D-4F09-874C-5DBE29F8887B}" type="pres">
      <dgm:prSet presAssocID="{83EFDD73-76D5-4543-8FA1-1A26B4EA2EC1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BC6AE47-752D-485B-A7DF-6DFEE30596F3}" type="pres">
      <dgm:prSet presAssocID="{83EFDD73-76D5-4543-8FA1-1A26B4EA2EC1}" presName="descendantText" presStyleLbl="alignAcc1" presStyleIdx="3" presStyleCnt="5" custLinFactNeighborX="0" custLinFactNeighborY="-10042">
        <dgm:presLayoutVars>
          <dgm:bulletEnabled val="1"/>
        </dgm:presLayoutVars>
      </dgm:prSet>
      <dgm:spPr/>
    </dgm:pt>
    <dgm:pt modelId="{5914A581-0A73-4033-9B6C-CAD72177FC62}" type="pres">
      <dgm:prSet presAssocID="{D77CDCB2-C6A3-458A-AE55-4155B5B2E434}" presName="sp" presStyleCnt="0"/>
      <dgm:spPr/>
    </dgm:pt>
    <dgm:pt modelId="{1D22298C-6C8D-4332-A0FF-EC4ABD2AF1C4}" type="pres">
      <dgm:prSet presAssocID="{D95D76DE-6687-48DB-A402-A3D38ABDD2CE}" presName="composite" presStyleCnt="0"/>
      <dgm:spPr/>
    </dgm:pt>
    <dgm:pt modelId="{E1639274-F783-4252-BA1F-2F4648907E8E}" type="pres">
      <dgm:prSet presAssocID="{D95D76DE-6687-48DB-A402-A3D38ABDD2CE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EDB58F9E-D28C-4D17-95D4-50CE945679DD}" type="pres">
      <dgm:prSet presAssocID="{D95D76DE-6687-48DB-A402-A3D38ABDD2CE}" presName="descendantText" presStyleLbl="alignAcc1" presStyleIdx="4" presStyleCnt="5" custLinFactNeighborX="0" custLinFactNeighborY="-4109">
        <dgm:presLayoutVars>
          <dgm:bulletEnabled val="1"/>
        </dgm:presLayoutVars>
      </dgm:prSet>
      <dgm:spPr/>
    </dgm:pt>
  </dgm:ptLst>
  <dgm:cxnLst>
    <dgm:cxn modelId="{C28A270E-F6F2-4831-AA33-E41A30672E7C}" type="presOf" srcId="{3388BB71-D6EA-4381-9683-7FC4DF02D021}" destId="{DE7BD32B-32C2-4D5E-A4E7-12309FB7AFB5}" srcOrd="0" destOrd="0" presId="urn:microsoft.com/office/officeart/2005/8/layout/chevron2"/>
    <dgm:cxn modelId="{DB217318-8A97-43C7-BBCC-3133A0BB2EB3}" type="presOf" srcId="{A2923974-3DE0-4036-B994-E801AB6A45F9}" destId="{EDB58F9E-D28C-4D17-95D4-50CE945679DD}" srcOrd="0" destOrd="3" presId="urn:microsoft.com/office/officeart/2005/8/layout/chevron2"/>
    <dgm:cxn modelId="{1E361125-848E-4A39-A45E-C8ADF0984FC1}" type="presOf" srcId="{66DAC007-CFD2-4BBA-9694-7DC09B41D6B1}" destId="{EDB58F9E-D28C-4D17-95D4-50CE945679DD}" srcOrd="0" destOrd="2" presId="urn:microsoft.com/office/officeart/2005/8/layout/chevron2"/>
    <dgm:cxn modelId="{BB9A5B32-FAC2-452D-99B6-651BBCA178B3}" type="presOf" srcId="{033A6394-C67D-4DCA-A4B1-124D6B017282}" destId="{09914D23-748D-435B-956C-522A7725C09A}" srcOrd="0" destOrd="0" presId="urn:microsoft.com/office/officeart/2005/8/layout/chevron2"/>
    <dgm:cxn modelId="{287F5D32-8F1C-4649-A9F7-C2976308829A}" srcId="{D95D76DE-6687-48DB-A402-A3D38ABDD2CE}" destId="{D7CCB94E-87DA-4BE6-B05D-50B2904A8452}" srcOrd="0" destOrd="0" parTransId="{ABEFEF6B-7E1F-4EDB-B4E5-50D005174CA5}" sibTransId="{A57643DC-E306-4E5F-80DB-AE770617B278}"/>
    <dgm:cxn modelId="{6EA5C835-EC8C-4705-831E-80D8E093AC03}" srcId="{033A6394-C67D-4DCA-A4B1-124D6B017282}" destId="{BB7CE3EA-E9AF-4142-9715-A3CD56DE208A}" srcOrd="0" destOrd="0" parTransId="{90492AA3-0349-45B4-A9DE-5B9D88635EFA}" sibTransId="{E3B49342-EC09-489C-90E7-5788FA8F651E}"/>
    <dgm:cxn modelId="{C4D2F036-C126-43F0-AB3D-4A36C61E053D}" type="presOf" srcId="{3CF1995B-B6D7-424F-A869-2D0BC9F3D6D4}" destId="{8FD10B68-6B43-4704-BDCC-B942A77E3997}" srcOrd="0" destOrd="0" presId="urn:microsoft.com/office/officeart/2005/8/layout/chevron2"/>
    <dgm:cxn modelId="{A0C29B3B-3151-4BF2-B336-D77E4DEE94D5}" type="presOf" srcId="{CA60DCB3-9981-4094-9D8E-74759218A0AD}" destId="{EBC6AE47-752D-485B-A7DF-6DFEE30596F3}" srcOrd="0" destOrd="1" presId="urn:microsoft.com/office/officeart/2005/8/layout/chevron2"/>
    <dgm:cxn modelId="{F9BB003C-5C85-4E26-835C-FA3F19CDF9F5}" type="presOf" srcId="{07885ED3-0EF0-4073-B6E8-7A59C046A258}" destId="{EBC6AE47-752D-485B-A7DF-6DFEE30596F3}" srcOrd="0" destOrd="2" presId="urn:microsoft.com/office/officeart/2005/8/layout/chevron2"/>
    <dgm:cxn modelId="{E99AD743-4F90-4B9D-8638-C583AE23EA50}" srcId="{3388BB71-D6EA-4381-9683-7FC4DF02D021}" destId="{033A6394-C67D-4DCA-A4B1-124D6B017282}" srcOrd="0" destOrd="0" parTransId="{41C1A8D1-FC0E-4D50-BBBE-180937F053AF}" sibTransId="{B1AEA222-9FC2-4FC1-BB2B-1DE6790AD286}"/>
    <dgm:cxn modelId="{3859E363-9E85-4303-A3FE-B30FB0DBD603}" type="presOf" srcId="{D7CCB94E-87DA-4BE6-B05D-50B2904A8452}" destId="{EDB58F9E-D28C-4D17-95D4-50CE945679DD}" srcOrd="0" destOrd="0" presId="urn:microsoft.com/office/officeart/2005/8/layout/chevron2"/>
    <dgm:cxn modelId="{BDF56745-1A24-4BFB-9583-14196DE7FBF7}" srcId="{D95D76DE-6687-48DB-A402-A3D38ABDD2CE}" destId="{89AE5C87-378B-4E1C-808B-9B94CD266BEF}" srcOrd="1" destOrd="0" parTransId="{0252410C-3F4F-4C41-AFE6-B5EAC9E1E631}" sibTransId="{350B3158-8BCE-4FF9-84F0-6453EBB52C24}"/>
    <dgm:cxn modelId="{D9142B6E-D9B9-4BF8-AD2D-CE61505DD01E}" type="presOf" srcId="{89AE5C87-378B-4E1C-808B-9B94CD266BEF}" destId="{EDB58F9E-D28C-4D17-95D4-50CE945679DD}" srcOrd="0" destOrd="1" presId="urn:microsoft.com/office/officeart/2005/8/layout/chevron2"/>
    <dgm:cxn modelId="{3098374E-3948-4653-8FD2-CB8B6DFD67DD}" srcId="{83EFDD73-76D5-4543-8FA1-1A26B4EA2EC1}" destId="{CA60DCB3-9981-4094-9D8E-74759218A0AD}" srcOrd="1" destOrd="0" parTransId="{5F42E227-1032-4DFF-AC99-85C476F31237}" sibTransId="{C8098D6F-21A1-477A-95C9-0F03E9FAE36C}"/>
    <dgm:cxn modelId="{F0C1566F-8CE2-429B-8A1A-9F9781462407}" srcId="{3388BB71-D6EA-4381-9683-7FC4DF02D021}" destId="{FCAE381B-6C51-4551-B719-3E3370A38082}" srcOrd="2" destOrd="0" parTransId="{13169EB2-7F44-45B3-9DE4-6B16CA7551D7}" sibTransId="{9939F2E4-2F63-4DA8-BD98-D52049A09D48}"/>
    <dgm:cxn modelId="{A7A25D53-85B5-4EAE-83E9-411CF35EC450}" type="presOf" srcId="{06F1990B-F832-439E-850C-3298872A29E8}" destId="{DA4EEF17-FFE6-4A59-8173-40591B9EF88D}" srcOrd="0" destOrd="0" presId="urn:microsoft.com/office/officeart/2005/8/layout/chevron2"/>
    <dgm:cxn modelId="{64E7667A-1988-4D28-AD59-06501A0B53AB}" srcId="{83EFDD73-76D5-4543-8FA1-1A26B4EA2EC1}" destId="{C1EDB87A-B101-4C8A-BA2A-341DDB507BBC}" srcOrd="0" destOrd="0" parTransId="{71F551DA-CAD2-4E4E-BBE8-B76385DC871D}" sibTransId="{25C3F3B9-01F2-411B-B4DE-D8BE07149ED6}"/>
    <dgm:cxn modelId="{DB21F683-AC75-4751-B97C-DE4FD87105EC}" srcId="{3388BB71-D6EA-4381-9683-7FC4DF02D021}" destId="{3CF1995B-B6D7-424F-A869-2D0BC9F3D6D4}" srcOrd="1" destOrd="0" parTransId="{A2307A1D-3869-49BD-AF20-D0A5A076DD6D}" sibTransId="{F21F6F98-929A-4BBF-93FF-2FB454D22E87}"/>
    <dgm:cxn modelId="{E4BDAB8B-6D79-4D9C-8274-6DEE523BA215}" srcId="{3CF1995B-B6D7-424F-A869-2D0BC9F3D6D4}" destId="{06F1990B-F832-439E-850C-3298872A29E8}" srcOrd="0" destOrd="0" parTransId="{3F3287A0-CC20-4D82-82C1-8B1A85E83EC1}" sibTransId="{687582A6-DE8E-4BF0-B9E4-1DD094639C1A}"/>
    <dgm:cxn modelId="{F512DE92-C301-4E5A-B684-21130D007297}" srcId="{FCAE381B-6C51-4551-B719-3E3370A38082}" destId="{A039C550-D8DB-41E9-AD95-1BB738C6EF5D}" srcOrd="0" destOrd="0" parTransId="{AAE7AA15-C067-4D32-8E91-BB5C7376716A}" sibTransId="{66137D24-AE14-4064-8E17-AACBBD18F26E}"/>
    <dgm:cxn modelId="{8C500F94-9B21-4047-BD8B-2F23B81AAA44}" type="presOf" srcId="{D95D76DE-6687-48DB-A402-A3D38ABDD2CE}" destId="{E1639274-F783-4252-BA1F-2F4648907E8E}" srcOrd="0" destOrd="0" presId="urn:microsoft.com/office/officeart/2005/8/layout/chevron2"/>
    <dgm:cxn modelId="{E048DA94-9477-408C-9E33-24FDC1848229}" type="presOf" srcId="{83EFDD73-76D5-4543-8FA1-1A26B4EA2EC1}" destId="{17BF045A-C82D-4F09-874C-5DBE29F8887B}" srcOrd="0" destOrd="0" presId="urn:microsoft.com/office/officeart/2005/8/layout/chevron2"/>
    <dgm:cxn modelId="{B69F9899-0348-4DC8-ADF0-B0B4ACF4AC35}" srcId="{83EFDD73-76D5-4543-8FA1-1A26B4EA2EC1}" destId="{B0B2DAC5-0B09-4515-9967-E80EEAE43493}" srcOrd="3" destOrd="0" parTransId="{2985065F-AB84-4E27-A2A0-44D20B4BB7A5}" sibTransId="{9AF8D6BC-BB31-4C2C-9686-D8C80B6573C1}"/>
    <dgm:cxn modelId="{03445AB1-10A0-4900-830F-4D186A9BFAE4}" type="presOf" srcId="{FCAE381B-6C51-4551-B719-3E3370A38082}" destId="{A7B14A73-1840-4B97-936D-C5398E03F252}" srcOrd="0" destOrd="0" presId="urn:microsoft.com/office/officeart/2005/8/layout/chevron2"/>
    <dgm:cxn modelId="{7EF892B8-A96C-404C-93B4-83B7EC4D724E}" srcId="{83EFDD73-76D5-4543-8FA1-1A26B4EA2EC1}" destId="{07885ED3-0EF0-4073-B6E8-7A59C046A258}" srcOrd="2" destOrd="0" parTransId="{CACC9FF6-DF68-4260-8F3D-6001D1E2B993}" sibTransId="{90D2FBAC-73C0-4AD0-97AC-197DAEC2B58A}"/>
    <dgm:cxn modelId="{3C57D6C6-896C-4443-98F6-C7033EACF460}" srcId="{D95D76DE-6687-48DB-A402-A3D38ABDD2CE}" destId="{66DAC007-CFD2-4BBA-9694-7DC09B41D6B1}" srcOrd="2" destOrd="0" parTransId="{B01547E1-4921-459B-ACD7-8FD1C88DD310}" sibTransId="{6303001E-354C-46DE-9992-4EAAFDFF8FA4}"/>
    <dgm:cxn modelId="{44219BCA-E266-4CB2-952E-B1469C26B1AE}" type="presOf" srcId="{B0B2DAC5-0B09-4515-9967-E80EEAE43493}" destId="{EBC6AE47-752D-485B-A7DF-6DFEE30596F3}" srcOrd="0" destOrd="3" presId="urn:microsoft.com/office/officeart/2005/8/layout/chevron2"/>
    <dgm:cxn modelId="{2004AAD0-4E8C-4A3B-BE2C-4D5CCC494592}" srcId="{3388BB71-D6EA-4381-9683-7FC4DF02D021}" destId="{83EFDD73-76D5-4543-8FA1-1A26B4EA2EC1}" srcOrd="3" destOrd="0" parTransId="{E78A12E6-42DE-4BF9-9CA4-56F2C3197971}" sibTransId="{D77CDCB2-C6A3-458A-AE55-4155B5B2E434}"/>
    <dgm:cxn modelId="{10F89CDB-F94B-40B4-9C49-EE17ABD8A668}" type="presOf" srcId="{A039C550-D8DB-41E9-AD95-1BB738C6EF5D}" destId="{3BDF58DA-2B4C-45D2-953E-2BE7357C7889}" srcOrd="0" destOrd="0" presId="urn:microsoft.com/office/officeart/2005/8/layout/chevron2"/>
    <dgm:cxn modelId="{F4B535E5-7CE2-42D0-8A08-80D79966A4C6}" srcId="{3388BB71-D6EA-4381-9683-7FC4DF02D021}" destId="{D95D76DE-6687-48DB-A402-A3D38ABDD2CE}" srcOrd="4" destOrd="0" parTransId="{44FAE372-FBA8-4148-9E74-43EA56DD4622}" sibTransId="{D3FA22B5-95B6-4509-B59A-4E3583111CFB}"/>
    <dgm:cxn modelId="{1A972FF2-D0C1-4909-A7EC-B6A59C91EA6F}" type="presOf" srcId="{BB7CE3EA-E9AF-4142-9715-A3CD56DE208A}" destId="{56FC7474-446C-4DF0-9957-DCEC04F094AF}" srcOrd="0" destOrd="0" presId="urn:microsoft.com/office/officeart/2005/8/layout/chevron2"/>
    <dgm:cxn modelId="{A7DD73F3-2ED9-495C-8558-1706F646367D}" type="presOf" srcId="{C1EDB87A-B101-4C8A-BA2A-341DDB507BBC}" destId="{EBC6AE47-752D-485B-A7DF-6DFEE30596F3}" srcOrd="0" destOrd="0" presId="urn:microsoft.com/office/officeart/2005/8/layout/chevron2"/>
    <dgm:cxn modelId="{70EF6DFB-B64F-46B3-8DD5-9E007693D808}" srcId="{D95D76DE-6687-48DB-A402-A3D38ABDD2CE}" destId="{A2923974-3DE0-4036-B994-E801AB6A45F9}" srcOrd="3" destOrd="0" parTransId="{FFBB0D1E-C06F-4215-8CCF-001144BB5414}" sibTransId="{935ABCD8-B71E-4642-A451-2DB06BCF69A0}"/>
    <dgm:cxn modelId="{24DD14D4-EF7D-4EB3-ACB9-8D43312DDB98}" type="presParOf" srcId="{DE7BD32B-32C2-4D5E-A4E7-12309FB7AFB5}" destId="{94B80768-BC27-468A-871C-E5EB4A01D092}" srcOrd="0" destOrd="0" presId="urn:microsoft.com/office/officeart/2005/8/layout/chevron2"/>
    <dgm:cxn modelId="{410D27EB-5A71-4FE8-8C52-332222C95451}" type="presParOf" srcId="{94B80768-BC27-468A-871C-E5EB4A01D092}" destId="{09914D23-748D-435B-956C-522A7725C09A}" srcOrd="0" destOrd="0" presId="urn:microsoft.com/office/officeart/2005/8/layout/chevron2"/>
    <dgm:cxn modelId="{376D0DBD-120E-4087-8592-7E3D5A900970}" type="presParOf" srcId="{94B80768-BC27-468A-871C-E5EB4A01D092}" destId="{56FC7474-446C-4DF0-9957-DCEC04F094AF}" srcOrd="1" destOrd="0" presId="urn:microsoft.com/office/officeart/2005/8/layout/chevron2"/>
    <dgm:cxn modelId="{C8B29363-7A3F-40FF-8766-EA333A6398E0}" type="presParOf" srcId="{DE7BD32B-32C2-4D5E-A4E7-12309FB7AFB5}" destId="{A55A564D-9C6C-44B2-9378-0DCADCB18CA1}" srcOrd="1" destOrd="0" presId="urn:microsoft.com/office/officeart/2005/8/layout/chevron2"/>
    <dgm:cxn modelId="{E89BA83E-9F61-444E-8ADE-239B4BF4D377}" type="presParOf" srcId="{DE7BD32B-32C2-4D5E-A4E7-12309FB7AFB5}" destId="{30167CE9-CA05-45F9-858B-971762612267}" srcOrd="2" destOrd="0" presId="urn:microsoft.com/office/officeart/2005/8/layout/chevron2"/>
    <dgm:cxn modelId="{6817CBBD-1E45-475A-B84E-CA49D7BA448D}" type="presParOf" srcId="{30167CE9-CA05-45F9-858B-971762612267}" destId="{8FD10B68-6B43-4704-BDCC-B942A77E3997}" srcOrd="0" destOrd="0" presId="urn:microsoft.com/office/officeart/2005/8/layout/chevron2"/>
    <dgm:cxn modelId="{330F8F7E-E199-4328-84B8-92074004E04B}" type="presParOf" srcId="{30167CE9-CA05-45F9-858B-971762612267}" destId="{DA4EEF17-FFE6-4A59-8173-40591B9EF88D}" srcOrd="1" destOrd="0" presId="urn:microsoft.com/office/officeart/2005/8/layout/chevron2"/>
    <dgm:cxn modelId="{20AAF465-B8FB-4F74-B7FF-11CDC1FA5A67}" type="presParOf" srcId="{DE7BD32B-32C2-4D5E-A4E7-12309FB7AFB5}" destId="{B41456E0-E78C-4445-9DB8-40E9EA2A5638}" srcOrd="3" destOrd="0" presId="urn:microsoft.com/office/officeart/2005/8/layout/chevron2"/>
    <dgm:cxn modelId="{B413FB7E-A34D-48FB-9020-C70D3C97AC0D}" type="presParOf" srcId="{DE7BD32B-32C2-4D5E-A4E7-12309FB7AFB5}" destId="{0FD4D7CC-3C4B-4AB3-B0CD-BC6E161171A8}" srcOrd="4" destOrd="0" presId="urn:microsoft.com/office/officeart/2005/8/layout/chevron2"/>
    <dgm:cxn modelId="{1A4E84C0-0F40-447E-B7B0-99FF955A1F2A}" type="presParOf" srcId="{0FD4D7CC-3C4B-4AB3-B0CD-BC6E161171A8}" destId="{A7B14A73-1840-4B97-936D-C5398E03F252}" srcOrd="0" destOrd="0" presId="urn:microsoft.com/office/officeart/2005/8/layout/chevron2"/>
    <dgm:cxn modelId="{9F398C8F-F0CC-4BFF-B9F3-CA78EE5ADD44}" type="presParOf" srcId="{0FD4D7CC-3C4B-4AB3-B0CD-BC6E161171A8}" destId="{3BDF58DA-2B4C-45D2-953E-2BE7357C7889}" srcOrd="1" destOrd="0" presId="urn:microsoft.com/office/officeart/2005/8/layout/chevron2"/>
    <dgm:cxn modelId="{9E161E95-A0B5-414B-BA97-FA6E6AD47AC9}" type="presParOf" srcId="{DE7BD32B-32C2-4D5E-A4E7-12309FB7AFB5}" destId="{8396AA86-A1F2-4594-B3EB-91D4F47159F1}" srcOrd="5" destOrd="0" presId="urn:microsoft.com/office/officeart/2005/8/layout/chevron2"/>
    <dgm:cxn modelId="{DF8B6CF9-7693-4F05-B9E8-F847AB6A72E0}" type="presParOf" srcId="{DE7BD32B-32C2-4D5E-A4E7-12309FB7AFB5}" destId="{5214F16A-3375-482B-AD52-474D533C67C4}" srcOrd="6" destOrd="0" presId="urn:microsoft.com/office/officeart/2005/8/layout/chevron2"/>
    <dgm:cxn modelId="{C3A584FB-25EB-481C-BC7C-369479E330A3}" type="presParOf" srcId="{5214F16A-3375-482B-AD52-474D533C67C4}" destId="{17BF045A-C82D-4F09-874C-5DBE29F8887B}" srcOrd="0" destOrd="0" presId="urn:microsoft.com/office/officeart/2005/8/layout/chevron2"/>
    <dgm:cxn modelId="{F520241B-A302-420F-BA88-93F88E23B3F9}" type="presParOf" srcId="{5214F16A-3375-482B-AD52-474D533C67C4}" destId="{EBC6AE47-752D-485B-A7DF-6DFEE30596F3}" srcOrd="1" destOrd="0" presId="urn:microsoft.com/office/officeart/2005/8/layout/chevron2"/>
    <dgm:cxn modelId="{25990C0D-41F1-4497-A9C9-FF4360A8C793}" type="presParOf" srcId="{DE7BD32B-32C2-4D5E-A4E7-12309FB7AFB5}" destId="{5914A581-0A73-4033-9B6C-CAD72177FC62}" srcOrd="7" destOrd="0" presId="urn:microsoft.com/office/officeart/2005/8/layout/chevron2"/>
    <dgm:cxn modelId="{4A7C65AF-2CA0-4319-847B-C8749FE03AA7}" type="presParOf" srcId="{DE7BD32B-32C2-4D5E-A4E7-12309FB7AFB5}" destId="{1D22298C-6C8D-4332-A0FF-EC4ABD2AF1C4}" srcOrd="8" destOrd="0" presId="urn:microsoft.com/office/officeart/2005/8/layout/chevron2"/>
    <dgm:cxn modelId="{3DCF1857-4E75-4E25-B07C-F48EBCD09C99}" type="presParOf" srcId="{1D22298C-6C8D-4332-A0FF-EC4ABD2AF1C4}" destId="{E1639274-F783-4252-BA1F-2F4648907E8E}" srcOrd="0" destOrd="0" presId="urn:microsoft.com/office/officeart/2005/8/layout/chevron2"/>
    <dgm:cxn modelId="{B0E2955D-786C-47F5-AD79-FAF46C937CBF}" type="presParOf" srcId="{1D22298C-6C8D-4332-A0FF-EC4ABD2AF1C4}" destId="{EDB58F9E-D28C-4D17-95D4-50CE945679D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388BB71-D6EA-4381-9683-7FC4DF02D021}" type="doc">
      <dgm:prSet loTypeId="urn:microsoft.com/office/officeart/2005/8/layout/chevron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6E7A505-5423-467B-A260-CB65F54D217C}">
      <dgm:prSet/>
      <dgm:spPr/>
      <dgm:t>
        <a:bodyPr/>
        <a:lstStyle/>
        <a:p>
          <a:r>
            <a:rPr lang="fr-CA" noProof="0" dirty="0"/>
            <a:t>Directeur</a:t>
          </a:r>
        </a:p>
      </dgm:t>
    </dgm:pt>
    <dgm:pt modelId="{1E4B6BEE-3FBC-49F6-ACD9-250D932D6626}" type="parTrans" cxnId="{4FA10A66-A8B9-42C3-8C55-238E4BE5448F}">
      <dgm:prSet/>
      <dgm:spPr/>
      <dgm:t>
        <a:bodyPr/>
        <a:lstStyle/>
        <a:p>
          <a:endParaRPr lang="en-US"/>
        </a:p>
      </dgm:t>
    </dgm:pt>
    <dgm:pt modelId="{DCDA9CE2-A31B-4D83-8F70-55D5C9444CFF}" type="sibTrans" cxnId="{4FA10A66-A8B9-42C3-8C55-238E4BE5448F}">
      <dgm:prSet/>
      <dgm:spPr/>
      <dgm:t>
        <a:bodyPr/>
        <a:lstStyle/>
        <a:p>
          <a:endParaRPr lang="en-US"/>
        </a:p>
      </dgm:t>
    </dgm:pt>
    <dgm:pt modelId="{A934B95D-6C66-4F43-9E6B-DDE37B55EA63}">
      <dgm:prSet/>
      <dgm:spPr/>
      <dgm:t>
        <a:bodyPr/>
        <a:lstStyle/>
        <a:p>
          <a:r>
            <a:rPr lang="fr-CA" noProof="0" dirty="0"/>
            <a:t>Ambassadeur</a:t>
          </a:r>
        </a:p>
      </dgm:t>
    </dgm:pt>
    <dgm:pt modelId="{6E8E5CE5-8E84-4AC6-ACF7-3DC7F7E66672}" type="parTrans" cxnId="{901FDD61-50B0-417E-B506-817A5FAC2E39}">
      <dgm:prSet/>
      <dgm:spPr/>
      <dgm:t>
        <a:bodyPr/>
        <a:lstStyle/>
        <a:p>
          <a:endParaRPr lang="en-US"/>
        </a:p>
      </dgm:t>
    </dgm:pt>
    <dgm:pt modelId="{CD809807-5F19-427B-B6CF-574A53BA1B3C}" type="sibTrans" cxnId="{901FDD61-50B0-417E-B506-817A5FAC2E39}">
      <dgm:prSet/>
      <dgm:spPr/>
      <dgm:t>
        <a:bodyPr/>
        <a:lstStyle/>
        <a:p>
          <a:endParaRPr lang="en-US"/>
        </a:p>
      </dgm:t>
    </dgm:pt>
    <dgm:pt modelId="{61BD961A-3C3F-448C-A2F1-FDDB08B749BC}">
      <dgm:prSet/>
      <dgm:spPr/>
      <dgm:t>
        <a:bodyPr/>
        <a:lstStyle/>
        <a:p>
          <a:r>
            <a:rPr lang="fr-CA" noProof="0" dirty="0"/>
            <a:t>Président</a:t>
          </a:r>
        </a:p>
      </dgm:t>
    </dgm:pt>
    <dgm:pt modelId="{987ED578-3E4B-4667-9547-850C175D4C50}" type="parTrans" cxnId="{A170FE2A-157E-4452-A9F6-6378C8B48D21}">
      <dgm:prSet/>
      <dgm:spPr/>
      <dgm:t>
        <a:bodyPr/>
        <a:lstStyle/>
        <a:p>
          <a:endParaRPr lang="fr-CA"/>
        </a:p>
      </dgm:t>
    </dgm:pt>
    <dgm:pt modelId="{EB0611D9-EF01-4797-8985-9BB63BB89802}" type="sibTrans" cxnId="{A170FE2A-157E-4452-A9F6-6378C8B48D21}">
      <dgm:prSet/>
      <dgm:spPr/>
      <dgm:t>
        <a:bodyPr/>
        <a:lstStyle/>
        <a:p>
          <a:endParaRPr lang="fr-CA"/>
        </a:p>
      </dgm:t>
    </dgm:pt>
    <dgm:pt modelId="{45C91D03-899D-4E85-8776-6EE552B96DC0}">
      <dgm:prSet custT="1"/>
      <dgm:spPr/>
      <dgm:t>
        <a:bodyPr/>
        <a:lstStyle/>
        <a:p>
          <a:r>
            <a:rPr lang="fr-CA" sz="1600" noProof="0" dirty="0">
              <a:solidFill>
                <a:srgbClr val="C00000"/>
              </a:solidFill>
            </a:rPr>
            <a:t>N1(</a:t>
          </a:r>
          <a:r>
            <a:rPr lang="fr-CA" sz="1600" noProof="0" dirty="0"/>
            <a:t>22%) </a:t>
          </a:r>
          <a:r>
            <a:rPr lang="fr-CA" sz="1600" noProof="0" dirty="0">
              <a:solidFill>
                <a:srgbClr val="C00000"/>
              </a:solidFill>
            </a:rPr>
            <a:t>N2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8%) </a:t>
          </a:r>
          <a:r>
            <a:rPr lang="fr-CA" sz="1600" noProof="0" dirty="0">
              <a:solidFill>
                <a:srgbClr val="C00000"/>
              </a:solidFill>
            </a:rPr>
            <a:t>N3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5%) </a:t>
          </a:r>
          <a:r>
            <a:rPr lang="fr-CA" sz="1600" noProof="0" dirty="0">
              <a:solidFill>
                <a:srgbClr val="C00000"/>
              </a:solidFill>
            </a:rPr>
            <a:t>N4</a:t>
          </a:r>
          <a:r>
            <a:rPr lang="fr-CA" sz="1600" noProof="0" dirty="0"/>
            <a:t>(4%) </a:t>
          </a:r>
          <a:r>
            <a:rPr lang="fr-CA" sz="1600" noProof="0" dirty="0">
              <a:solidFill>
                <a:srgbClr val="C00000"/>
              </a:solidFill>
            </a:rPr>
            <a:t>N5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4%) </a:t>
          </a:r>
          <a:r>
            <a:rPr lang="fr-CA" sz="1600" noProof="0" dirty="0">
              <a:solidFill>
                <a:srgbClr val="C00000"/>
              </a:solidFill>
            </a:rPr>
            <a:t>N6-9</a:t>
          </a:r>
          <a:r>
            <a:rPr lang="fr-CA" sz="1600" noProof="0" dirty="0">
              <a:solidFill>
                <a:schemeClr val="tx1"/>
              </a:solidFill>
            </a:rPr>
            <a:t>(</a:t>
          </a:r>
          <a:r>
            <a:rPr lang="fr-CA" sz="1600" noProof="0" dirty="0"/>
            <a:t>1%)</a:t>
          </a:r>
        </a:p>
      </dgm:t>
    </dgm:pt>
    <dgm:pt modelId="{881D350F-2F64-48D9-B159-9A5DDE84CD79}" type="parTrans" cxnId="{F173BB5D-7E71-4A6A-BC98-07C4C2CCC9BF}">
      <dgm:prSet/>
      <dgm:spPr/>
      <dgm:t>
        <a:bodyPr/>
        <a:lstStyle/>
        <a:p>
          <a:endParaRPr lang="fr-CA"/>
        </a:p>
      </dgm:t>
    </dgm:pt>
    <dgm:pt modelId="{4ED0C117-FB54-4306-8F63-47CB99C377EA}" type="sibTrans" cxnId="{F173BB5D-7E71-4A6A-BC98-07C4C2CCC9BF}">
      <dgm:prSet/>
      <dgm:spPr/>
      <dgm:t>
        <a:bodyPr/>
        <a:lstStyle/>
        <a:p>
          <a:endParaRPr lang="fr-CA"/>
        </a:p>
      </dgm:t>
    </dgm:pt>
    <dgm:pt modelId="{8F8E446E-632C-456B-98AB-BF79DCC4B8D7}">
      <dgm:prSet/>
      <dgm:spPr/>
      <dgm:t>
        <a:bodyPr/>
        <a:lstStyle/>
        <a:p>
          <a:r>
            <a:rPr lang="fr-CA" noProof="0" dirty="0">
              <a:solidFill>
                <a:srgbClr val="C00000"/>
              </a:solidFill>
            </a:rPr>
            <a:t>N1(</a:t>
          </a:r>
          <a:r>
            <a:rPr lang="fr-CA" noProof="0" dirty="0"/>
            <a:t>25%) </a:t>
          </a:r>
          <a:r>
            <a:rPr lang="fr-CA" noProof="0" dirty="0">
              <a:solidFill>
                <a:srgbClr val="C00000"/>
              </a:solidFill>
            </a:rPr>
            <a:t>N2</a:t>
          </a:r>
          <a:r>
            <a:rPr lang="fr-CA" noProof="0" dirty="0">
              <a:solidFill>
                <a:schemeClr val="tx1"/>
              </a:solidFill>
            </a:rPr>
            <a:t>(</a:t>
          </a:r>
          <a:r>
            <a:rPr lang="fr-CA" noProof="0" dirty="0"/>
            <a:t>10%) </a:t>
          </a:r>
          <a:r>
            <a:rPr lang="fr-CA" noProof="0" dirty="0">
              <a:solidFill>
                <a:srgbClr val="C00000"/>
              </a:solidFill>
            </a:rPr>
            <a:t>N3</a:t>
          </a:r>
          <a:r>
            <a:rPr lang="fr-CA" noProof="0" dirty="0">
              <a:solidFill>
                <a:schemeClr val="tx1"/>
              </a:solidFill>
            </a:rPr>
            <a:t>(</a:t>
          </a:r>
          <a:r>
            <a:rPr lang="fr-CA" noProof="0" dirty="0"/>
            <a:t>7%) </a:t>
          </a:r>
          <a:r>
            <a:rPr lang="fr-CA" noProof="0" dirty="0">
              <a:solidFill>
                <a:srgbClr val="C00000"/>
              </a:solidFill>
            </a:rPr>
            <a:t>N4</a:t>
          </a:r>
          <a:r>
            <a:rPr lang="fr-CA" noProof="0" dirty="0"/>
            <a:t>(5%) </a:t>
          </a:r>
          <a:r>
            <a:rPr lang="fr-CA" noProof="0" dirty="0">
              <a:solidFill>
                <a:srgbClr val="C00000"/>
              </a:solidFill>
            </a:rPr>
            <a:t>N5</a:t>
          </a:r>
          <a:r>
            <a:rPr lang="fr-CA" noProof="0" dirty="0">
              <a:solidFill>
                <a:schemeClr val="tx1"/>
              </a:solidFill>
            </a:rPr>
            <a:t>(</a:t>
          </a:r>
          <a:r>
            <a:rPr lang="fr-CA" noProof="0" dirty="0"/>
            <a:t>3%) </a:t>
          </a:r>
          <a:r>
            <a:rPr lang="fr-CA" noProof="0" dirty="0">
              <a:solidFill>
                <a:srgbClr val="C00000"/>
              </a:solidFill>
            </a:rPr>
            <a:t>N6-10</a:t>
          </a:r>
          <a:r>
            <a:rPr lang="fr-CA" noProof="0" dirty="0">
              <a:solidFill>
                <a:schemeClr val="tx1"/>
              </a:solidFill>
            </a:rPr>
            <a:t>(</a:t>
          </a:r>
          <a:r>
            <a:rPr lang="fr-CA" noProof="0" dirty="0"/>
            <a:t>1%)</a:t>
          </a:r>
        </a:p>
      </dgm:t>
    </dgm:pt>
    <dgm:pt modelId="{3DF5A8D6-5A8F-4D26-88FB-CACADD50E235}" type="parTrans" cxnId="{92610D87-BF65-47BC-BEF7-A06965F8A65C}">
      <dgm:prSet/>
      <dgm:spPr/>
      <dgm:t>
        <a:bodyPr/>
        <a:lstStyle/>
        <a:p>
          <a:endParaRPr lang="fr-CA"/>
        </a:p>
      </dgm:t>
    </dgm:pt>
    <dgm:pt modelId="{45ABBDD7-0F2D-400D-8C75-AD26F13572AD}" type="sibTrans" cxnId="{92610D87-BF65-47BC-BEF7-A06965F8A65C}">
      <dgm:prSet/>
      <dgm:spPr/>
      <dgm:t>
        <a:bodyPr/>
        <a:lstStyle/>
        <a:p>
          <a:endParaRPr lang="fr-CA"/>
        </a:p>
      </dgm:t>
    </dgm:pt>
    <dgm:pt modelId="{5FF76F31-35C1-4FC0-93D4-D7E77C7E48A7}">
      <dgm:prSet/>
      <dgm:spPr/>
      <dgm:t>
        <a:bodyPr/>
        <a:lstStyle/>
        <a:p>
          <a:r>
            <a:rPr lang="fr-CA" noProof="0" dirty="0">
              <a:solidFill>
                <a:srgbClr val="C00000"/>
              </a:solidFill>
            </a:rPr>
            <a:t>N1(</a:t>
          </a:r>
          <a:r>
            <a:rPr lang="fr-CA" noProof="0" dirty="0"/>
            <a:t>30%) </a:t>
          </a:r>
          <a:r>
            <a:rPr lang="fr-CA" noProof="0" dirty="0">
              <a:solidFill>
                <a:srgbClr val="C00000"/>
              </a:solidFill>
            </a:rPr>
            <a:t>N2</a:t>
          </a:r>
          <a:r>
            <a:rPr lang="fr-CA" noProof="0" dirty="0">
              <a:solidFill>
                <a:schemeClr val="tx1"/>
              </a:solidFill>
            </a:rPr>
            <a:t>(</a:t>
          </a:r>
          <a:r>
            <a:rPr lang="fr-CA" noProof="0" dirty="0"/>
            <a:t>12%) </a:t>
          </a:r>
          <a:r>
            <a:rPr lang="fr-CA" noProof="0" dirty="0">
              <a:solidFill>
                <a:srgbClr val="C00000"/>
              </a:solidFill>
            </a:rPr>
            <a:t>N3</a:t>
          </a:r>
          <a:r>
            <a:rPr lang="fr-CA" noProof="0" dirty="0">
              <a:solidFill>
                <a:schemeClr val="tx1"/>
              </a:solidFill>
            </a:rPr>
            <a:t>(</a:t>
          </a:r>
          <a:r>
            <a:rPr lang="fr-CA" noProof="0" dirty="0"/>
            <a:t>10%) </a:t>
          </a:r>
          <a:r>
            <a:rPr lang="fr-CA" noProof="0" dirty="0">
              <a:solidFill>
                <a:srgbClr val="C00000"/>
              </a:solidFill>
            </a:rPr>
            <a:t>N4</a:t>
          </a:r>
          <a:r>
            <a:rPr lang="fr-CA" noProof="0" dirty="0"/>
            <a:t>(8%) </a:t>
          </a:r>
          <a:r>
            <a:rPr lang="fr-CA" noProof="0" dirty="0">
              <a:solidFill>
                <a:srgbClr val="C00000"/>
              </a:solidFill>
            </a:rPr>
            <a:t>N5</a:t>
          </a:r>
          <a:r>
            <a:rPr lang="fr-CA" noProof="0" dirty="0">
              <a:solidFill>
                <a:schemeClr val="tx1"/>
              </a:solidFill>
            </a:rPr>
            <a:t>(</a:t>
          </a:r>
          <a:r>
            <a:rPr lang="fr-CA" noProof="0" dirty="0"/>
            <a:t>6%) </a:t>
          </a:r>
          <a:r>
            <a:rPr lang="fr-CA" noProof="0" dirty="0">
              <a:solidFill>
                <a:srgbClr val="C00000"/>
              </a:solidFill>
            </a:rPr>
            <a:t>N6-15</a:t>
          </a:r>
          <a:r>
            <a:rPr lang="fr-CA" noProof="0" dirty="0">
              <a:solidFill>
                <a:schemeClr val="tx1"/>
              </a:solidFill>
            </a:rPr>
            <a:t>(</a:t>
          </a:r>
          <a:r>
            <a:rPr lang="fr-CA" noProof="0" dirty="0"/>
            <a:t>0.5%)</a:t>
          </a:r>
        </a:p>
      </dgm:t>
    </dgm:pt>
    <dgm:pt modelId="{B24DF03F-E49F-4A54-9DA7-2A6F0AEC093C}" type="parTrans" cxnId="{C04DE6D0-F571-444C-9229-22E268820F32}">
      <dgm:prSet/>
      <dgm:spPr/>
      <dgm:t>
        <a:bodyPr/>
        <a:lstStyle/>
        <a:p>
          <a:endParaRPr lang="fr-CA"/>
        </a:p>
      </dgm:t>
    </dgm:pt>
    <dgm:pt modelId="{0A8764C3-3CB3-4021-B4C6-46AD425A4029}" type="sibTrans" cxnId="{C04DE6D0-F571-444C-9229-22E268820F32}">
      <dgm:prSet/>
      <dgm:spPr/>
      <dgm:t>
        <a:bodyPr/>
        <a:lstStyle/>
        <a:p>
          <a:endParaRPr lang="fr-CA"/>
        </a:p>
      </dgm:t>
    </dgm:pt>
    <dgm:pt modelId="{DE7BD32B-32C2-4D5E-A4E7-12309FB7AFB5}" type="pres">
      <dgm:prSet presAssocID="{3388BB71-D6EA-4381-9683-7FC4DF02D021}" presName="linearFlow" presStyleCnt="0">
        <dgm:presLayoutVars>
          <dgm:dir/>
          <dgm:animLvl val="lvl"/>
          <dgm:resizeHandles val="exact"/>
        </dgm:presLayoutVars>
      </dgm:prSet>
      <dgm:spPr/>
    </dgm:pt>
    <dgm:pt modelId="{1FE80184-6675-4E34-9332-4F07619FEC06}" type="pres">
      <dgm:prSet presAssocID="{46E7A505-5423-467B-A260-CB65F54D217C}" presName="composite" presStyleCnt="0"/>
      <dgm:spPr/>
    </dgm:pt>
    <dgm:pt modelId="{C1F6462D-2ABD-4773-BE2D-A3EE34BBECDF}" type="pres">
      <dgm:prSet presAssocID="{46E7A505-5423-467B-A260-CB65F54D217C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642D4BA-A674-4997-9215-A845E33361FC}" type="pres">
      <dgm:prSet presAssocID="{46E7A505-5423-467B-A260-CB65F54D217C}" presName="descendantText" presStyleLbl="alignAcc1" presStyleIdx="0" presStyleCnt="3" custLinFactNeighborX="5013" custLinFactNeighborY="-240">
        <dgm:presLayoutVars>
          <dgm:bulletEnabled val="1"/>
        </dgm:presLayoutVars>
      </dgm:prSet>
      <dgm:spPr/>
    </dgm:pt>
    <dgm:pt modelId="{5822C78E-3250-4196-8644-51A4F14E4C83}" type="pres">
      <dgm:prSet presAssocID="{DCDA9CE2-A31B-4D83-8F70-55D5C9444CFF}" presName="sp" presStyleCnt="0"/>
      <dgm:spPr/>
    </dgm:pt>
    <dgm:pt modelId="{C63F2E91-554E-4418-AAF1-E42F6765C824}" type="pres">
      <dgm:prSet presAssocID="{61BD961A-3C3F-448C-A2F1-FDDB08B749BC}" presName="composite" presStyleCnt="0"/>
      <dgm:spPr/>
    </dgm:pt>
    <dgm:pt modelId="{EE1428FC-3465-4770-8F2E-C8785DE281D0}" type="pres">
      <dgm:prSet presAssocID="{61BD961A-3C3F-448C-A2F1-FDDB08B749BC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C1D5EE6-3156-4FF8-89C6-F931A605E259}" type="pres">
      <dgm:prSet presAssocID="{61BD961A-3C3F-448C-A2F1-FDDB08B749BC}" presName="descendantText" presStyleLbl="alignAcc1" presStyleIdx="1" presStyleCnt="3">
        <dgm:presLayoutVars>
          <dgm:bulletEnabled val="1"/>
        </dgm:presLayoutVars>
      </dgm:prSet>
      <dgm:spPr/>
    </dgm:pt>
    <dgm:pt modelId="{90E09A24-1EA7-4F3B-8491-DD7D784F0159}" type="pres">
      <dgm:prSet presAssocID="{EB0611D9-EF01-4797-8985-9BB63BB89802}" presName="sp" presStyleCnt="0"/>
      <dgm:spPr/>
    </dgm:pt>
    <dgm:pt modelId="{06481943-7C93-4C5C-B12E-56C2C8AFCBDC}" type="pres">
      <dgm:prSet presAssocID="{A934B95D-6C66-4F43-9E6B-DDE37B55EA63}" presName="composite" presStyleCnt="0"/>
      <dgm:spPr/>
    </dgm:pt>
    <dgm:pt modelId="{2110CD93-7887-4C37-9821-166E009451A2}" type="pres">
      <dgm:prSet presAssocID="{A934B95D-6C66-4F43-9E6B-DDE37B55EA63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FE1B075C-BE2F-4203-9C9D-071B53267E30}" type="pres">
      <dgm:prSet presAssocID="{A934B95D-6C66-4F43-9E6B-DDE37B55EA63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B511D703-8EA0-452D-BECA-0EC53EB3108C}" type="presOf" srcId="{5FF76F31-35C1-4FC0-93D4-D7E77C7E48A7}" destId="{FE1B075C-BE2F-4203-9C9D-071B53267E30}" srcOrd="0" destOrd="0" presId="urn:microsoft.com/office/officeart/2005/8/layout/chevron2"/>
    <dgm:cxn modelId="{C28A270E-F6F2-4831-AA33-E41A30672E7C}" type="presOf" srcId="{3388BB71-D6EA-4381-9683-7FC4DF02D021}" destId="{DE7BD32B-32C2-4D5E-A4E7-12309FB7AFB5}" srcOrd="0" destOrd="0" presId="urn:microsoft.com/office/officeart/2005/8/layout/chevron2"/>
    <dgm:cxn modelId="{D24EC829-F452-4AB8-996B-EE80D93F759A}" type="presOf" srcId="{46E7A505-5423-467B-A260-CB65F54D217C}" destId="{C1F6462D-2ABD-4773-BE2D-A3EE34BBECDF}" srcOrd="0" destOrd="0" presId="urn:microsoft.com/office/officeart/2005/8/layout/chevron2"/>
    <dgm:cxn modelId="{A170FE2A-157E-4452-A9F6-6378C8B48D21}" srcId="{3388BB71-D6EA-4381-9683-7FC4DF02D021}" destId="{61BD961A-3C3F-448C-A2F1-FDDB08B749BC}" srcOrd="1" destOrd="0" parTransId="{987ED578-3E4B-4667-9547-850C175D4C50}" sibTransId="{EB0611D9-EF01-4797-8985-9BB63BB89802}"/>
    <dgm:cxn modelId="{F173BB5D-7E71-4A6A-BC98-07C4C2CCC9BF}" srcId="{46E7A505-5423-467B-A260-CB65F54D217C}" destId="{45C91D03-899D-4E85-8776-6EE552B96DC0}" srcOrd="0" destOrd="0" parTransId="{881D350F-2F64-48D9-B159-9A5DDE84CD79}" sibTransId="{4ED0C117-FB54-4306-8F63-47CB99C377EA}"/>
    <dgm:cxn modelId="{901FDD61-50B0-417E-B506-817A5FAC2E39}" srcId="{3388BB71-D6EA-4381-9683-7FC4DF02D021}" destId="{A934B95D-6C66-4F43-9E6B-DDE37B55EA63}" srcOrd="2" destOrd="0" parTransId="{6E8E5CE5-8E84-4AC6-ACF7-3DC7F7E66672}" sibTransId="{CD809807-5F19-427B-B6CF-574A53BA1B3C}"/>
    <dgm:cxn modelId="{4FA10A66-A8B9-42C3-8C55-238E4BE5448F}" srcId="{3388BB71-D6EA-4381-9683-7FC4DF02D021}" destId="{46E7A505-5423-467B-A260-CB65F54D217C}" srcOrd="0" destOrd="0" parTransId="{1E4B6BEE-3FBC-49F6-ACD9-250D932D6626}" sibTransId="{DCDA9CE2-A31B-4D83-8F70-55D5C9444CFF}"/>
    <dgm:cxn modelId="{F7778747-79D9-4A41-9F9E-E5D9B770086B}" type="presOf" srcId="{8F8E446E-632C-456B-98AB-BF79DCC4B8D7}" destId="{7C1D5EE6-3156-4FF8-89C6-F931A605E259}" srcOrd="0" destOrd="0" presId="urn:microsoft.com/office/officeart/2005/8/layout/chevron2"/>
    <dgm:cxn modelId="{20997B51-529C-4EA7-892D-67880A25BB7B}" type="presOf" srcId="{45C91D03-899D-4E85-8776-6EE552B96DC0}" destId="{F642D4BA-A674-4997-9215-A845E33361FC}" srcOrd="0" destOrd="0" presId="urn:microsoft.com/office/officeart/2005/8/layout/chevron2"/>
    <dgm:cxn modelId="{92610D87-BF65-47BC-BEF7-A06965F8A65C}" srcId="{61BD961A-3C3F-448C-A2F1-FDDB08B749BC}" destId="{8F8E446E-632C-456B-98AB-BF79DCC4B8D7}" srcOrd="0" destOrd="0" parTransId="{3DF5A8D6-5A8F-4D26-88FB-CACADD50E235}" sibTransId="{45ABBDD7-0F2D-400D-8C75-AD26F13572AD}"/>
    <dgm:cxn modelId="{B14056B2-CAA5-491A-8B11-C3A15C973266}" type="presOf" srcId="{61BD961A-3C3F-448C-A2F1-FDDB08B749BC}" destId="{EE1428FC-3465-4770-8F2E-C8785DE281D0}" srcOrd="0" destOrd="0" presId="urn:microsoft.com/office/officeart/2005/8/layout/chevron2"/>
    <dgm:cxn modelId="{EEC8CBBC-D4BE-49AB-B821-A7C9F4FE0960}" type="presOf" srcId="{A934B95D-6C66-4F43-9E6B-DDE37B55EA63}" destId="{2110CD93-7887-4C37-9821-166E009451A2}" srcOrd="0" destOrd="0" presId="urn:microsoft.com/office/officeart/2005/8/layout/chevron2"/>
    <dgm:cxn modelId="{C04DE6D0-F571-444C-9229-22E268820F32}" srcId="{A934B95D-6C66-4F43-9E6B-DDE37B55EA63}" destId="{5FF76F31-35C1-4FC0-93D4-D7E77C7E48A7}" srcOrd="0" destOrd="0" parTransId="{B24DF03F-E49F-4A54-9DA7-2A6F0AEC093C}" sibTransId="{0A8764C3-3CB3-4021-B4C6-46AD425A4029}"/>
    <dgm:cxn modelId="{61C33992-6339-4EF8-A509-3E294C5A08E3}" type="presParOf" srcId="{DE7BD32B-32C2-4D5E-A4E7-12309FB7AFB5}" destId="{1FE80184-6675-4E34-9332-4F07619FEC06}" srcOrd="0" destOrd="0" presId="urn:microsoft.com/office/officeart/2005/8/layout/chevron2"/>
    <dgm:cxn modelId="{CCBDCEC2-1356-4D83-A026-ADB35F258BFC}" type="presParOf" srcId="{1FE80184-6675-4E34-9332-4F07619FEC06}" destId="{C1F6462D-2ABD-4773-BE2D-A3EE34BBECDF}" srcOrd="0" destOrd="0" presId="urn:microsoft.com/office/officeart/2005/8/layout/chevron2"/>
    <dgm:cxn modelId="{CCB34198-CBB7-494E-AB6F-8B256F058EEE}" type="presParOf" srcId="{1FE80184-6675-4E34-9332-4F07619FEC06}" destId="{F642D4BA-A674-4997-9215-A845E33361FC}" srcOrd="1" destOrd="0" presId="urn:microsoft.com/office/officeart/2005/8/layout/chevron2"/>
    <dgm:cxn modelId="{AC7628DB-E327-4B94-B9D4-9DC1908EE0F0}" type="presParOf" srcId="{DE7BD32B-32C2-4D5E-A4E7-12309FB7AFB5}" destId="{5822C78E-3250-4196-8644-51A4F14E4C83}" srcOrd="1" destOrd="0" presId="urn:microsoft.com/office/officeart/2005/8/layout/chevron2"/>
    <dgm:cxn modelId="{9F665670-ACA2-41B8-9324-D627A1AD2476}" type="presParOf" srcId="{DE7BD32B-32C2-4D5E-A4E7-12309FB7AFB5}" destId="{C63F2E91-554E-4418-AAF1-E42F6765C824}" srcOrd="2" destOrd="0" presId="urn:microsoft.com/office/officeart/2005/8/layout/chevron2"/>
    <dgm:cxn modelId="{7A89F939-2C35-4C81-A6BC-533FC5520947}" type="presParOf" srcId="{C63F2E91-554E-4418-AAF1-E42F6765C824}" destId="{EE1428FC-3465-4770-8F2E-C8785DE281D0}" srcOrd="0" destOrd="0" presId="urn:microsoft.com/office/officeart/2005/8/layout/chevron2"/>
    <dgm:cxn modelId="{EC427637-F8DB-4ECF-9FF1-A7237DF76ED9}" type="presParOf" srcId="{C63F2E91-554E-4418-AAF1-E42F6765C824}" destId="{7C1D5EE6-3156-4FF8-89C6-F931A605E259}" srcOrd="1" destOrd="0" presId="urn:microsoft.com/office/officeart/2005/8/layout/chevron2"/>
    <dgm:cxn modelId="{D61A5A02-888C-48C8-B8DF-6E81F6A2563A}" type="presParOf" srcId="{DE7BD32B-32C2-4D5E-A4E7-12309FB7AFB5}" destId="{90E09A24-1EA7-4F3B-8491-DD7D784F0159}" srcOrd="3" destOrd="0" presId="urn:microsoft.com/office/officeart/2005/8/layout/chevron2"/>
    <dgm:cxn modelId="{6EFF3961-2D8B-41CD-BFEC-B26396ED1558}" type="presParOf" srcId="{DE7BD32B-32C2-4D5E-A4E7-12309FB7AFB5}" destId="{06481943-7C93-4C5C-B12E-56C2C8AFCBDC}" srcOrd="4" destOrd="0" presId="urn:microsoft.com/office/officeart/2005/8/layout/chevron2"/>
    <dgm:cxn modelId="{2AEF9BDE-4152-4502-8598-7D5AA876527A}" type="presParOf" srcId="{06481943-7C93-4C5C-B12E-56C2C8AFCBDC}" destId="{2110CD93-7887-4C37-9821-166E009451A2}" srcOrd="0" destOrd="0" presId="urn:microsoft.com/office/officeart/2005/8/layout/chevron2"/>
    <dgm:cxn modelId="{A11F144A-E20E-4B59-81A4-3B9469F36233}" type="presParOf" srcId="{06481943-7C93-4C5C-B12E-56C2C8AFCBDC}" destId="{FE1B075C-BE2F-4203-9C9D-071B53267E3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65F8FEE-56DD-4914-9C42-2E9E288D65D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8252C4-EB62-468B-B1A0-7CF8FF23321D}">
      <dgm:prSet/>
      <dgm:spPr/>
      <dgm:t>
        <a:bodyPr/>
        <a:lstStyle/>
        <a:p>
          <a:r>
            <a:rPr lang="fr-CA" noProof="0" dirty="0"/>
            <a:t>Vous progressez grâce à :</a:t>
          </a:r>
        </a:p>
      </dgm:t>
    </dgm:pt>
    <dgm:pt modelId="{01927B63-04DD-4165-A35C-137E081F800F}" type="parTrans" cxnId="{C6472A37-9F57-4E5C-9469-69CCC30C89A3}">
      <dgm:prSet/>
      <dgm:spPr/>
      <dgm:t>
        <a:bodyPr/>
        <a:lstStyle/>
        <a:p>
          <a:endParaRPr lang="en-US"/>
        </a:p>
      </dgm:t>
    </dgm:pt>
    <dgm:pt modelId="{F10FEE9E-28EA-4957-BA08-517360C72E1D}" type="sibTrans" cxnId="{C6472A37-9F57-4E5C-9469-69CCC30C89A3}">
      <dgm:prSet/>
      <dgm:spPr/>
      <dgm:t>
        <a:bodyPr/>
        <a:lstStyle/>
        <a:p>
          <a:endParaRPr lang="fr-CA" noProof="0" dirty="0"/>
        </a:p>
      </dgm:t>
    </dgm:pt>
    <dgm:pt modelId="{BF3E34A0-A5F9-4174-A349-DB94E726254A}">
      <dgm:prSet/>
      <dgm:spPr/>
      <dgm:t>
        <a:bodyPr/>
        <a:lstStyle/>
        <a:p>
          <a:r>
            <a:rPr lang="fr-CA" noProof="0" dirty="0"/>
            <a:t>- Votre volume personnel (références directes)</a:t>
          </a:r>
        </a:p>
      </dgm:t>
    </dgm:pt>
    <dgm:pt modelId="{A307C438-F848-4C96-A2F7-646A015AEE20}" type="parTrans" cxnId="{68F37373-02D1-4760-A1C6-E2377DC4D557}">
      <dgm:prSet/>
      <dgm:spPr/>
      <dgm:t>
        <a:bodyPr/>
        <a:lstStyle/>
        <a:p>
          <a:endParaRPr lang="en-US"/>
        </a:p>
      </dgm:t>
    </dgm:pt>
    <dgm:pt modelId="{6F5BA9D2-131D-48A5-A6C4-4D22B861069D}" type="sibTrans" cxnId="{68F37373-02D1-4760-A1C6-E2377DC4D557}">
      <dgm:prSet/>
      <dgm:spPr/>
      <dgm:t>
        <a:bodyPr/>
        <a:lstStyle/>
        <a:p>
          <a:endParaRPr lang="fr-CA" noProof="0" dirty="0"/>
        </a:p>
      </dgm:t>
    </dgm:pt>
    <dgm:pt modelId="{6EBCFB41-E26B-4D30-8524-9B052A20B752}">
      <dgm:prSet/>
      <dgm:spPr/>
      <dgm:t>
        <a:bodyPr/>
        <a:lstStyle/>
        <a:p>
          <a:r>
            <a:rPr lang="fr-CA" noProof="0" dirty="0"/>
            <a:t>- Le volume total de votre équipe</a:t>
          </a:r>
        </a:p>
      </dgm:t>
    </dgm:pt>
    <dgm:pt modelId="{D66A72F1-7EE4-40EC-92E6-99740634C2E7}" type="parTrans" cxnId="{1E241AAC-6A9D-4EB6-B320-9FB246B402E9}">
      <dgm:prSet/>
      <dgm:spPr/>
      <dgm:t>
        <a:bodyPr/>
        <a:lstStyle/>
        <a:p>
          <a:endParaRPr lang="en-US"/>
        </a:p>
      </dgm:t>
    </dgm:pt>
    <dgm:pt modelId="{B50A9767-C714-4F2F-AE52-240ACF5D4C57}" type="sibTrans" cxnId="{1E241AAC-6A9D-4EB6-B320-9FB246B402E9}">
      <dgm:prSet/>
      <dgm:spPr/>
      <dgm:t>
        <a:bodyPr/>
        <a:lstStyle/>
        <a:p>
          <a:endParaRPr lang="fr-CA" noProof="0" dirty="0"/>
        </a:p>
      </dgm:t>
    </dgm:pt>
    <dgm:pt modelId="{ECBBFAD9-FB79-482A-B7DB-F8EA5F013047}">
      <dgm:prSet/>
      <dgm:spPr/>
      <dgm:t>
        <a:bodyPr/>
        <a:lstStyle/>
        <a:p>
          <a:r>
            <a:rPr lang="fr-CA" noProof="0" dirty="0"/>
            <a:t>Tout est cumulatif. Rien ne se réinitialise.</a:t>
          </a:r>
        </a:p>
      </dgm:t>
    </dgm:pt>
    <dgm:pt modelId="{04C6821F-3825-4797-B1B8-BB153AAB53ED}" type="parTrans" cxnId="{3F876C0C-94FD-4198-8EA9-039559D94E5D}">
      <dgm:prSet/>
      <dgm:spPr/>
      <dgm:t>
        <a:bodyPr/>
        <a:lstStyle/>
        <a:p>
          <a:endParaRPr lang="en-US"/>
        </a:p>
      </dgm:t>
    </dgm:pt>
    <dgm:pt modelId="{48D7C4F0-9434-4D57-8496-76D4F70C0377}" type="sibTrans" cxnId="{3F876C0C-94FD-4198-8EA9-039559D94E5D}">
      <dgm:prSet/>
      <dgm:spPr/>
      <dgm:t>
        <a:bodyPr/>
        <a:lstStyle/>
        <a:p>
          <a:endParaRPr lang="en-US"/>
        </a:p>
      </dgm:t>
    </dgm:pt>
    <dgm:pt modelId="{E3E1457E-AD8C-4331-B65A-9F7664131287}" type="pres">
      <dgm:prSet presAssocID="{365F8FEE-56DD-4914-9C42-2E9E288D65D0}" presName="outerComposite" presStyleCnt="0">
        <dgm:presLayoutVars>
          <dgm:chMax val="5"/>
          <dgm:dir/>
          <dgm:resizeHandles val="exact"/>
        </dgm:presLayoutVars>
      </dgm:prSet>
      <dgm:spPr/>
    </dgm:pt>
    <dgm:pt modelId="{5FF069D4-E673-4A24-B73D-16D38A65ED65}" type="pres">
      <dgm:prSet presAssocID="{365F8FEE-56DD-4914-9C42-2E9E288D65D0}" presName="dummyMaxCanvas" presStyleCnt="0">
        <dgm:presLayoutVars/>
      </dgm:prSet>
      <dgm:spPr/>
    </dgm:pt>
    <dgm:pt modelId="{C79DA319-4825-44ED-8621-80CF38207E1A}" type="pres">
      <dgm:prSet presAssocID="{365F8FEE-56DD-4914-9C42-2E9E288D65D0}" presName="FourNodes_1" presStyleLbl="node1" presStyleIdx="0" presStyleCnt="4">
        <dgm:presLayoutVars>
          <dgm:bulletEnabled val="1"/>
        </dgm:presLayoutVars>
      </dgm:prSet>
      <dgm:spPr/>
    </dgm:pt>
    <dgm:pt modelId="{1CDEF956-A1B9-4BEF-8A2C-F5C41ECF22BB}" type="pres">
      <dgm:prSet presAssocID="{365F8FEE-56DD-4914-9C42-2E9E288D65D0}" presName="FourNodes_2" presStyleLbl="node1" presStyleIdx="1" presStyleCnt="4">
        <dgm:presLayoutVars>
          <dgm:bulletEnabled val="1"/>
        </dgm:presLayoutVars>
      </dgm:prSet>
      <dgm:spPr/>
    </dgm:pt>
    <dgm:pt modelId="{D6B81F7D-2860-499B-BF87-D344B2CBF17C}" type="pres">
      <dgm:prSet presAssocID="{365F8FEE-56DD-4914-9C42-2E9E288D65D0}" presName="FourNodes_3" presStyleLbl="node1" presStyleIdx="2" presStyleCnt="4">
        <dgm:presLayoutVars>
          <dgm:bulletEnabled val="1"/>
        </dgm:presLayoutVars>
      </dgm:prSet>
      <dgm:spPr/>
    </dgm:pt>
    <dgm:pt modelId="{BE4E3871-776E-44BE-B952-5E4CCCDA02CB}" type="pres">
      <dgm:prSet presAssocID="{365F8FEE-56DD-4914-9C42-2E9E288D65D0}" presName="FourNodes_4" presStyleLbl="node1" presStyleIdx="3" presStyleCnt="4">
        <dgm:presLayoutVars>
          <dgm:bulletEnabled val="1"/>
        </dgm:presLayoutVars>
      </dgm:prSet>
      <dgm:spPr/>
    </dgm:pt>
    <dgm:pt modelId="{098E8F40-DACE-47DE-9F43-5379402EE008}" type="pres">
      <dgm:prSet presAssocID="{365F8FEE-56DD-4914-9C42-2E9E288D65D0}" presName="FourConn_1-2" presStyleLbl="fgAccFollowNode1" presStyleIdx="0" presStyleCnt="3">
        <dgm:presLayoutVars>
          <dgm:bulletEnabled val="1"/>
        </dgm:presLayoutVars>
      </dgm:prSet>
      <dgm:spPr/>
    </dgm:pt>
    <dgm:pt modelId="{AF7A3675-9545-42D5-B57A-7E099D646E44}" type="pres">
      <dgm:prSet presAssocID="{365F8FEE-56DD-4914-9C42-2E9E288D65D0}" presName="FourConn_2-3" presStyleLbl="fgAccFollowNode1" presStyleIdx="1" presStyleCnt="3">
        <dgm:presLayoutVars>
          <dgm:bulletEnabled val="1"/>
        </dgm:presLayoutVars>
      </dgm:prSet>
      <dgm:spPr/>
    </dgm:pt>
    <dgm:pt modelId="{0E26CB0A-69B5-46AA-A38D-BE89EFACCAED}" type="pres">
      <dgm:prSet presAssocID="{365F8FEE-56DD-4914-9C42-2E9E288D65D0}" presName="FourConn_3-4" presStyleLbl="fgAccFollowNode1" presStyleIdx="2" presStyleCnt="3">
        <dgm:presLayoutVars>
          <dgm:bulletEnabled val="1"/>
        </dgm:presLayoutVars>
      </dgm:prSet>
      <dgm:spPr/>
    </dgm:pt>
    <dgm:pt modelId="{4CEB63C4-2BDB-435A-8C17-DC66ABE82FBE}" type="pres">
      <dgm:prSet presAssocID="{365F8FEE-56DD-4914-9C42-2E9E288D65D0}" presName="FourNodes_1_text" presStyleLbl="node1" presStyleIdx="3" presStyleCnt="4">
        <dgm:presLayoutVars>
          <dgm:bulletEnabled val="1"/>
        </dgm:presLayoutVars>
      </dgm:prSet>
      <dgm:spPr/>
    </dgm:pt>
    <dgm:pt modelId="{A37124C0-A491-4496-8DB8-FE2F772F8722}" type="pres">
      <dgm:prSet presAssocID="{365F8FEE-56DD-4914-9C42-2E9E288D65D0}" presName="FourNodes_2_text" presStyleLbl="node1" presStyleIdx="3" presStyleCnt="4">
        <dgm:presLayoutVars>
          <dgm:bulletEnabled val="1"/>
        </dgm:presLayoutVars>
      </dgm:prSet>
      <dgm:spPr/>
    </dgm:pt>
    <dgm:pt modelId="{B389EFEC-20B9-47D0-8E6C-8194C69D51D7}" type="pres">
      <dgm:prSet presAssocID="{365F8FEE-56DD-4914-9C42-2E9E288D65D0}" presName="FourNodes_3_text" presStyleLbl="node1" presStyleIdx="3" presStyleCnt="4">
        <dgm:presLayoutVars>
          <dgm:bulletEnabled val="1"/>
        </dgm:presLayoutVars>
      </dgm:prSet>
      <dgm:spPr/>
    </dgm:pt>
    <dgm:pt modelId="{6CA913D5-8F9C-47D2-94F2-4D4DF0827B41}" type="pres">
      <dgm:prSet presAssocID="{365F8FEE-56DD-4914-9C42-2E9E288D65D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F876C0C-94FD-4198-8EA9-039559D94E5D}" srcId="{365F8FEE-56DD-4914-9C42-2E9E288D65D0}" destId="{ECBBFAD9-FB79-482A-B7DB-F8EA5F013047}" srcOrd="3" destOrd="0" parTransId="{04C6821F-3825-4797-B1B8-BB153AAB53ED}" sibTransId="{48D7C4F0-9434-4D57-8496-76D4F70C0377}"/>
    <dgm:cxn modelId="{E62FE80E-2A07-41EC-AE4C-6F568A244172}" type="presOf" srcId="{6EBCFB41-E26B-4D30-8524-9B052A20B752}" destId="{D6B81F7D-2860-499B-BF87-D344B2CBF17C}" srcOrd="0" destOrd="0" presId="urn:microsoft.com/office/officeart/2005/8/layout/vProcess5"/>
    <dgm:cxn modelId="{A840541A-B36C-41F0-AA4E-8B14DCEDB287}" type="presOf" srcId="{B50A9767-C714-4F2F-AE52-240ACF5D4C57}" destId="{0E26CB0A-69B5-46AA-A38D-BE89EFACCAED}" srcOrd="0" destOrd="0" presId="urn:microsoft.com/office/officeart/2005/8/layout/vProcess5"/>
    <dgm:cxn modelId="{DC74181F-3B92-445D-A259-103C2A87DC43}" type="presOf" srcId="{6EBCFB41-E26B-4D30-8524-9B052A20B752}" destId="{B389EFEC-20B9-47D0-8E6C-8194C69D51D7}" srcOrd="1" destOrd="0" presId="urn:microsoft.com/office/officeart/2005/8/layout/vProcess5"/>
    <dgm:cxn modelId="{4DA6491F-C5A6-40F3-897D-3C9EA73FE8C1}" type="presOf" srcId="{BF3E34A0-A5F9-4174-A349-DB94E726254A}" destId="{1CDEF956-A1B9-4BEF-8A2C-F5C41ECF22BB}" srcOrd="0" destOrd="0" presId="urn:microsoft.com/office/officeart/2005/8/layout/vProcess5"/>
    <dgm:cxn modelId="{C6472A37-9F57-4E5C-9469-69CCC30C89A3}" srcId="{365F8FEE-56DD-4914-9C42-2E9E288D65D0}" destId="{868252C4-EB62-468B-B1A0-7CF8FF23321D}" srcOrd="0" destOrd="0" parTransId="{01927B63-04DD-4165-A35C-137E081F800F}" sibTransId="{F10FEE9E-28EA-4957-BA08-517360C72E1D}"/>
    <dgm:cxn modelId="{9A86443A-4763-4BAE-8849-54580A73B1F3}" type="presOf" srcId="{BF3E34A0-A5F9-4174-A349-DB94E726254A}" destId="{A37124C0-A491-4496-8DB8-FE2F772F8722}" srcOrd="1" destOrd="0" presId="urn:microsoft.com/office/officeart/2005/8/layout/vProcess5"/>
    <dgm:cxn modelId="{A102AE6E-5640-4B75-A064-871572AAA6F9}" type="presOf" srcId="{ECBBFAD9-FB79-482A-B7DB-F8EA5F013047}" destId="{BE4E3871-776E-44BE-B952-5E4CCCDA02CB}" srcOrd="0" destOrd="0" presId="urn:microsoft.com/office/officeart/2005/8/layout/vProcess5"/>
    <dgm:cxn modelId="{E366F070-DE81-4B42-A360-DCE79524D2FA}" type="presOf" srcId="{868252C4-EB62-468B-B1A0-7CF8FF23321D}" destId="{C79DA319-4825-44ED-8621-80CF38207E1A}" srcOrd="0" destOrd="0" presId="urn:microsoft.com/office/officeart/2005/8/layout/vProcess5"/>
    <dgm:cxn modelId="{B00F5471-C721-4C02-A8F6-FC3925B11E3C}" type="presOf" srcId="{6F5BA9D2-131D-48A5-A6C4-4D22B861069D}" destId="{AF7A3675-9545-42D5-B57A-7E099D646E44}" srcOrd="0" destOrd="0" presId="urn:microsoft.com/office/officeart/2005/8/layout/vProcess5"/>
    <dgm:cxn modelId="{68F37373-02D1-4760-A1C6-E2377DC4D557}" srcId="{365F8FEE-56DD-4914-9C42-2E9E288D65D0}" destId="{BF3E34A0-A5F9-4174-A349-DB94E726254A}" srcOrd="1" destOrd="0" parTransId="{A307C438-F848-4C96-A2F7-646A015AEE20}" sibTransId="{6F5BA9D2-131D-48A5-A6C4-4D22B861069D}"/>
    <dgm:cxn modelId="{DE38877B-6175-4DDF-A912-E2DB4E6A1585}" type="presOf" srcId="{ECBBFAD9-FB79-482A-B7DB-F8EA5F013047}" destId="{6CA913D5-8F9C-47D2-94F2-4D4DF0827B41}" srcOrd="1" destOrd="0" presId="urn:microsoft.com/office/officeart/2005/8/layout/vProcess5"/>
    <dgm:cxn modelId="{C84528AB-F59C-4FEB-86DC-FE7F4026926D}" type="presOf" srcId="{F10FEE9E-28EA-4957-BA08-517360C72E1D}" destId="{098E8F40-DACE-47DE-9F43-5379402EE008}" srcOrd="0" destOrd="0" presId="urn:microsoft.com/office/officeart/2005/8/layout/vProcess5"/>
    <dgm:cxn modelId="{1E241AAC-6A9D-4EB6-B320-9FB246B402E9}" srcId="{365F8FEE-56DD-4914-9C42-2E9E288D65D0}" destId="{6EBCFB41-E26B-4D30-8524-9B052A20B752}" srcOrd="2" destOrd="0" parTransId="{D66A72F1-7EE4-40EC-92E6-99740634C2E7}" sibTransId="{B50A9767-C714-4F2F-AE52-240ACF5D4C57}"/>
    <dgm:cxn modelId="{29FF96D6-4496-4D4B-A05E-9A1E47F2A116}" type="presOf" srcId="{868252C4-EB62-468B-B1A0-7CF8FF23321D}" destId="{4CEB63C4-2BDB-435A-8C17-DC66ABE82FBE}" srcOrd="1" destOrd="0" presId="urn:microsoft.com/office/officeart/2005/8/layout/vProcess5"/>
    <dgm:cxn modelId="{7DA9EFD9-EFB1-4831-8025-45FDB4452238}" type="presOf" srcId="{365F8FEE-56DD-4914-9C42-2E9E288D65D0}" destId="{E3E1457E-AD8C-4331-B65A-9F7664131287}" srcOrd="0" destOrd="0" presId="urn:microsoft.com/office/officeart/2005/8/layout/vProcess5"/>
    <dgm:cxn modelId="{6A4D3798-2DEE-4E0A-A924-63EAD79D69B4}" type="presParOf" srcId="{E3E1457E-AD8C-4331-B65A-9F7664131287}" destId="{5FF069D4-E673-4A24-B73D-16D38A65ED65}" srcOrd="0" destOrd="0" presId="urn:microsoft.com/office/officeart/2005/8/layout/vProcess5"/>
    <dgm:cxn modelId="{AB681DA6-A0B8-4689-A6CD-EE8889FC518E}" type="presParOf" srcId="{E3E1457E-AD8C-4331-B65A-9F7664131287}" destId="{C79DA319-4825-44ED-8621-80CF38207E1A}" srcOrd="1" destOrd="0" presId="urn:microsoft.com/office/officeart/2005/8/layout/vProcess5"/>
    <dgm:cxn modelId="{59FC9133-9A71-40C2-B429-5295AA01E975}" type="presParOf" srcId="{E3E1457E-AD8C-4331-B65A-9F7664131287}" destId="{1CDEF956-A1B9-4BEF-8A2C-F5C41ECF22BB}" srcOrd="2" destOrd="0" presId="urn:microsoft.com/office/officeart/2005/8/layout/vProcess5"/>
    <dgm:cxn modelId="{94C297CF-C509-49B8-B3C6-6E24832FA863}" type="presParOf" srcId="{E3E1457E-AD8C-4331-B65A-9F7664131287}" destId="{D6B81F7D-2860-499B-BF87-D344B2CBF17C}" srcOrd="3" destOrd="0" presId="urn:microsoft.com/office/officeart/2005/8/layout/vProcess5"/>
    <dgm:cxn modelId="{512B83E4-E65C-4829-BF1E-9F45921D251A}" type="presParOf" srcId="{E3E1457E-AD8C-4331-B65A-9F7664131287}" destId="{BE4E3871-776E-44BE-B952-5E4CCCDA02CB}" srcOrd="4" destOrd="0" presId="urn:microsoft.com/office/officeart/2005/8/layout/vProcess5"/>
    <dgm:cxn modelId="{AF59EBAA-2D22-4C9D-ABE7-F390C534E44D}" type="presParOf" srcId="{E3E1457E-AD8C-4331-B65A-9F7664131287}" destId="{098E8F40-DACE-47DE-9F43-5379402EE008}" srcOrd="5" destOrd="0" presId="urn:microsoft.com/office/officeart/2005/8/layout/vProcess5"/>
    <dgm:cxn modelId="{3272F060-F9E7-4046-ABAB-1C11261CCEB1}" type="presParOf" srcId="{E3E1457E-AD8C-4331-B65A-9F7664131287}" destId="{AF7A3675-9545-42D5-B57A-7E099D646E44}" srcOrd="6" destOrd="0" presId="urn:microsoft.com/office/officeart/2005/8/layout/vProcess5"/>
    <dgm:cxn modelId="{D664374F-41DF-4F40-8A86-DC610EBE1C07}" type="presParOf" srcId="{E3E1457E-AD8C-4331-B65A-9F7664131287}" destId="{0E26CB0A-69B5-46AA-A38D-BE89EFACCAED}" srcOrd="7" destOrd="0" presId="urn:microsoft.com/office/officeart/2005/8/layout/vProcess5"/>
    <dgm:cxn modelId="{D8A969CE-E286-40D0-8C87-D0CAA6A59EEF}" type="presParOf" srcId="{E3E1457E-AD8C-4331-B65A-9F7664131287}" destId="{4CEB63C4-2BDB-435A-8C17-DC66ABE82FBE}" srcOrd="8" destOrd="0" presId="urn:microsoft.com/office/officeart/2005/8/layout/vProcess5"/>
    <dgm:cxn modelId="{1F871577-4457-4044-B86B-F6BE722B2C68}" type="presParOf" srcId="{E3E1457E-AD8C-4331-B65A-9F7664131287}" destId="{A37124C0-A491-4496-8DB8-FE2F772F8722}" srcOrd="9" destOrd="0" presId="urn:microsoft.com/office/officeart/2005/8/layout/vProcess5"/>
    <dgm:cxn modelId="{755913BA-C31A-4165-AFA7-9AB343698E29}" type="presParOf" srcId="{E3E1457E-AD8C-4331-B65A-9F7664131287}" destId="{B389EFEC-20B9-47D0-8E6C-8194C69D51D7}" srcOrd="10" destOrd="0" presId="urn:microsoft.com/office/officeart/2005/8/layout/vProcess5"/>
    <dgm:cxn modelId="{29B9170F-B21B-43FC-9737-69777E0A1A47}" type="presParOf" srcId="{E3E1457E-AD8C-4331-B65A-9F7664131287}" destId="{6CA913D5-8F9C-47D2-94F2-4D4DF0827B4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04F888-9189-40DD-A32B-DE4A05E87AAB}" type="doc">
      <dgm:prSet loTypeId="urn:microsoft.com/office/officeart/2005/8/layout/funnel1" loCatId="relationship" qsTypeId="urn:microsoft.com/office/officeart/2009/2/quickstyle/3d8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290649A-D301-4BB3-989A-C10C6FC28263}">
      <dgm:prSet/>
      <dgm:spPr/>
      <dgm:t>
        <a:bodyPr/>
        <a:lstStyle/>
        <a:p>
          <a:r>
            <a:rPr lang="fr-CA" noProof="0" dirty="0"/>
            <a:t>- 1 commerçant référé = commissions à vie</a:t>
          </a:r>
        </a:p>
      </dgm:t>
    </dgm:pt>
    <dgm:pt modelId="{8C5BBC64-332B-403A-B063-90E05154D519}" type="parTrans" cxnId="{9736D02B-2728-43D5-A1AB-A9924A0378BC}">
      <dgm:prSet/>
      <dgm:spPr/>
      <dgm:t>
        <a:bodyPr/>
        <a:lstStyle/>
        <a:p>
          <a:endParaRPr lang="en-US"/>
        </a:p>
      </dgm:t>
    </dgm:pt>
    <dgm:pt modelId="{582587BC-ABC5-4282-8AA5-2C0617879849}" type="sibTrans" cxnId="{9736D02B-2728-43D5-A1AB-A9924A0378BC}">
      <dgm:prSet/>
      <dgm:spPr/>
      <dgm:t>
        <a:bodyPr/>
        <a:lstStyle/>
        <a:p>
          <a:endParaRPr lang="en-US"/>
        </a:p>
      </dgm:t>
    </dgm:pt>
    <dgm:pt modelId="{A1435C49-AF30-4D3A-8F2C-1D5F5B979256}">
      <dgm:prSet/>
      <dgm:spPr/>
      <dgm:t>
        <a:bodyPr/>
        <a:lstStyle/>
        <a:p>
          <a:r>
            <a:rPr lang="fr-CA" noProof="0" dirty="0"/>
            <a:t>- 1 consommateur référé = commissions à vie</a:t>
          </a:r>
        </a:p>
      </dgm:t>
    </dgm:pt>
    <dgm:pt modelId="{835E5434-3B41-443C-9323-C44876C581D8}" type="parTrans" cxnId="{24ACB483-A4B5-4613-8DB4-8F43F066F5E0}">
      <dgm:prSet/>
      <dgm:spPr/>
      <dgm:t>
        <a:bodyPr/>
        <a:lstStyle/>
        <a:p>
          <a:endParaRPr lang="en-US"/>
        </a:p>
      </dgm:t>
    </dgm:pt>
    <dgm:pt modelId="{3C0AD622-A1D3-4771-92D7-914EF6190F28}" type="sibTrans" cxnId="{24ACB483-A4B5-4613-8DB4-8F43F066F5E0}">
      <dgm:prSet/>
      <dgm:spPr/>
      <dgm:t>
        <a:bodyPr/>
        <a:lstStyle/>
        <a:p>
          <a:endParaRPr lang="en-US"/>
        </a:p>
      </dgm:t>
    </dgm:pt>
    <dgm:pt modelId="{4500FCCA-FC3F-44B3-AEA7-6D5C7B9FD20D}">
      <dgm:prSet/>
      <dgm:spPr/>
      <dgm:t>
        <a:bodyPr/>
        <a:lstStyle/>
        <a:p>
          <a:r>
            <a:rPr lang="fr-CA" noProof="0" dirty="0"/>
            <a:t>- Une équipe qui se développe = revenus exponentiels</a:t>
          </a:r>
        </a:p>
      </dgm:t>
    </dgm:pt>
    <dgm:pt modelId="{543980B1-89FB-4027-835D-104B762F308B}" type="parTrans" cxnId="{E227ECED-C75B-4D6D-9223-FF5D612A95D0}">
      <dgm:prSet/>
      <dgm:spPr/>
      <dgm:t>
        <a:bodyPr/>
        <a:lstStyle/>
        <a:p>
          <a:endParaRPr lang="en-US"/>
        </a:p>
      </dgm:t>
    </dgm:pt>
    <dgm:pt modelId="{ADC2921F-250F-4AF7-B562-D8B72B5F712B}" type="sibTrans" cxnId="{E227ECED-C75B-4D6D-9223-FF5D612A95D0}">
      <dgm:prSet/>
      <dgm:spPr/>
      <dgm:t>
        <a:bodyPr/>
        <a:lstStyle/>
        <a:p>
          <a:endParaRPr lang="en-US"/>
        </a:p>
      </dgm:t>
    </dgm:pt>
    <dgm:pt modelId="{521BF251-969F-40DB-A88A-332232B1DE74}">
      <dgm:prSet/>
      <dgm:spPr/>
      <dgm:t>
        <a:bodyPr/>
        <a:lstStyle/>
        <a:p>
          <a:r>
            <a:rPr lang="fr-CA" noProof="0" dirty="0"/>
            <a:t>Votre effort se multiplie.</a:t>
          </a:r>
        </a:p>
      </dgm:t>
    </dgm:pt>
    <dgm:pt modelId="{2A683246-3D71-4DDD-A7C3-D7BF7025C1DA}" type="parTrans" cxnId="{B086BB95-230B-4E8E-B946-F895CDC3CB5B}">
      <dgm:prSet/>
      <dgm:spPr/>
      <dgm:t>
        <a:bodyPr/>
        <a:lstStyle/>
        <a:p>
          <a:endParaRPr lang="en-US"/>
        </a:p>
      </dgm:t>
    </dgm:pt>
    <dgm:pt modelId="{DC669D6B-1C38-4108-946A-783741F88101}" type="sibTrans" cxnId="{B086BB95-230B-4E8E-B946-F895CDC3CB5B}">
      <dgm:prSet/>
      <dgm:spPr/>
      <dgm:t>
        <a:bodyPr/>
        <a:lstStyle/>
        <a:p>
          <a:endParaRPr lang="en-US"/>
        </a:p>
      </dgm:t>
    </dgm:pt>
    <dgm:pt modelId="{6A256439-EEFA-48A9-9D19-0EFCD855737C}" type="pres">
      <dgm:prSet presAssocID="{1704F888-9189-40DD-A32B-DE4A05E87AAB}" presName="Name0" presStyleCnt="0">
        <dgm:presLayoutVars>
          <dgm:chMax val="4"/>
          <dgm:resizeHandles val="exact"/>
        </dgm:presLayoutVars>
      </dgm:prSet>
      <dgm:spPr/>
    </dgm:pt>
    <dgm:pt modelId="{799747A2-DBFC-49B4-9230-5977B592114D}" type="pres">
      <dgm:prSet presAssocID="{1704F888-9189-40DD-A32B-DE4A05E87AAB}" presName="ellipse" presStyleLbl="trBgShp" presStyleIdx="0" presStyleCnt="1"/>
      <dgm:spPr/>
    </dgm:pt>
    <dgm:pt modelId="{69DFAF13-A4A8-44BB-8C1D-F02B041B23AF}" type="pres">
      <dgm:prSet presAssocID="{1704F888-9189-40DD-A32B-DE4A05E87AAB}" presName="arrow1" presStyleLbl="fgShp" presStyleIdx="0" presStyleCnt="1"/>
      <dgm:spPr/>
    </dgm:pt>
    <dgm:pt modelId="{3E9E547D-7F14-43B7-B0AE-07346CACB80E}" type="pres">
      <dgm:prSet presAssocID="{1704F888-9189-40DD-A32B-DE4A05E87AAB}" presName="rectangle" presStyleLbl="revTx" presStyleIdx="0" presStyleCnt="1">
        <dgm:presLayoutVars>
          <dgm:bulletEnabled val="1"/>
        </dgm:presLayoutVars>
      </dgm:prSet>
      <dgm:spPr/>
    </dgm:pt>
    <dgm:pt modelId="{05C160E9-0F39-4B89-BA2A-A82EAE1F2247}" type="pres">
      <dgm:prSet presAssocID="{A1435C49-AF30-4D3A-8F2C-1D5F5B979256}" presName="item1" presStyleLbl="node1" presStyleIdx="0" presStyleCnt="3">
        <dgm:presLayoutVars>
          <dgm:bulletEnabled val="1"/>
        </dgm:presLayoutVars>
      </dgm:prSet>
      <dgm:spPr/>
    </dgm:pt>
    <dgm:pt modelId="{C54D4CC4-76BC-4D99-BCE2-444F1F8ADD94}" type="pres">
      <dgm:prSet presAssocID="{4500FCCA-FC3F-44B3-AEA7-6D5C7B9FD20D}" presName="item2" presStyleLbl="node1" presStyleIdx="1" presStyleCnt="3">
        <dgm:presLayoutVars>
          <dgm:bulletEnabled val="1"/>
        </dgm:presLayoutVars>
      </dgm:prSet>
      <dgm:spPr/>
    </dgm:pt>
    <dgm:pt modelId="{97628B7F-A625-44F9-B9FE-D24D9451E74A}" type="pres">
      <dgm:prSet presAssocID="{521BF251-969F-40DB-A88A-332232B1DE74}" presName="item3" presStyleLbl="node1" presStyleIdx="2" presStyleCnt="3">
        <dgm:presLayoutVars>
          <dgm:bulletEnabled val="1"/>
        </dgm:presLayoutVars>
      </dgm:prSet>
      <dgm:spPr/>
    </dgm:pt>
    <dgm:pt modelId="{766E670C-2142-44E0-8DBF-0C10A00E5402}" type="pres">
      <dgm:prSet presAssocID="{1704F888-9189-40DD-A32B-DE4A05E87AAB}" presName="funnel" presStyleLbl="trAlignAcc1" presStyleIdx="0" presStyleCnt="1"/>
      <dgm:spPr/>
    </dgm:pt>
  </dgm:ptLst>
  <dgm:cxnLst>
    <dgm:cxn modelId="{9736D02B-2728-43D5-A1AB-A9924A0378BC}" srcId="{1704F888-9189-40DD-A32B-DE4A05E87AAB}" destId="{0290649A-D301-4BB3-989A-C10C6FC28263}" srcOrd="0" destOrd="0" parTransId="{8C5BBC64-332B-403A-B063-90E05154D519}" sibTransId="{582587BC-ABC5-4282-8AA5-2C0617879849}"/>
    <dgm:cxn modelId="{123F9A3F-6CAC-420A-9050-8C23948FFC08}" type="presOf" srcId="{4500FCCA-FC3F-44B3-AEA7-6D5C7B9FD20D}" destId="{05C160E9-0F39-4B89-BA2A-A82EAE1F2247}" srcOrd="0" destOrd="0" presId="urn:microsoft.com/office/officeart/2005/8/layout/funnel1"/>
    <dgm:cxn modelId="{49A41D4A-8574-488E-88D8-095DE869A37D}" type="presOf" srcId="{0290649A-D301-4BB3-989A-C10C6FC28263}" destId="{97628B7F-A625-44F9-B9FE-D24D9451E74A}" srcOrd="0" destOrd="0" presId="urn:microsoft.com/office/officeart/2005/8/layout/funnel1"/>
    <dgm:cxn modelId="{24ACB483-A4B5-4613-8DB4-8F43F066F5E0}" srcId="{1704F888-9189-40DD-A32B-DE4A05E87AAB}" destId="{A1435C49-AF30-4D3A-8F2C-1D5F5B979256}" srcOrd="1" destOrd="0" parTransId="{835E5434-3B41-443C-9323-C44876C581D8}" sibTransId="{3C0AD622-A1D3-4771-92D7-914EF6190F28}"/>
    <dgm:cxn modelId="{B086BB95-230B-4E8E-B946-F895CDC3CB5B}" srcId="{1704F888-9189-40DD-A32B-DE4A05E87AAB}" destId="{521BF251-969F-40DB-A88A-332232B1DE74}" srcOrd="3" destOrd="0" parTransId="{2A683246-3D71-4DDD-A7C3-D7BF7025C1DA}" sibTransId="{DC669D6B-1C38-4108-946A-783741F88101}"/>
    <dgm:cxn modelId="{94BCA1AA-3F82-4FCC-B241-BC137391C68C}" type="presOf" srcId="{1704F888-9189-40DD-A32B-DE4A05E87AAB}" destId="{6A256439-EEFA-48A9-9D19-0EFCD855737C}" srcOrd="0" destOrd="0" presId="urn:microsoft.com/office/officeart/2005/8/layout/funnel1"/>
    <dgm:cxn modelId="{10D967ED-D18E-4057-AADA-F984AB52C735}" type="presOf" srcId="{521BF251-969F-40DB-A88A-332232B1DE74}" destId="{3E9E547D-7F14-43B7-B0AE-07346CACB80E}" srcOrd="0" destOrd="0" presId="urn:microsoft.com/office/officeart/2005/8/layout/funnel1"/>
    <dgm:cxn modelId="{E227ECED-C75B-4D6D-9223-FF5D612A95D0}" srcId="{1704F888-9189-40DD-A32B-DE4A05E87AAB}" destId="{4500FCCA-FC3F-44B3-AEA7-6D5C7B9FD20D}" srcOrd="2" destOrd="0" parTransId="{543980B1-89FB-4027-835D-104B762F308B}" sibTransId="{ADC2921F-250F-4AF7-B562-D8B72B5F712B}"/>
    <dgm:cxn modelId="{92035FFE-E43C-4499-8855-4A673FBB9E66}" type="presOf" srcId="{A1435C49-AF30-4D3A-8F2C-1D5F5B979256}" destId="{C54D4CC4-76BC-4D99-BCE2-444F1F8ADD94}" srcOrd="0" destOrd="0" presId="urn:microsoft.com/office/officeart/2005/8/layout/funnel1"/>
    <dgm:cxn modelId="{5CB566D1-B4E8-457E-A359-4397355927FB}" type="presParOf" srcId="{6A256439-EEFA-48A9-9D19-0EFCD855737C}" destId="{799747A2-DBFC-49B4-9230-5977B592114D}" srcOrd="0" destOrd="0" presId="urn:microsoft.com/office/officeart/2005/8/layout/funnel1"/>
    <dgm:cxn modelId="{723B4588-BD97-4DE0-9EB6-C9CD1A4216F3}" type="presParOf" srcId="{6A256439-EEFA-48A9-9D19-0EFCD855737C}" destId="{69DFAF13-A4A8-44BB-8C1D-F02B041B23AF}" srcOrd="1" destOrd="0" presId="urn:microsoft.com/office/officeart/2005/8/layout/funnel1"/>
    <dgm:cxn modelId="{76A8FB6C-7621-4C94-BF36-162A09D0C8C3}" type="presParOf" srcId="{6A256439-EEFA-48A9-9D19-0EFCD855737C}" destId="{3E9E547D-7F14-43B7-B0AE-07346CACB80E}" srcOrd="2" destOrd="0" presId="urn:microsoft.com/office/officeart/2005/8/layout/funnel1"/>
    <dgm:cxn modelId="{3CD80301-AA00-4F1E-B1A1-DF497286FB11}" type="presParOf" srcId="{6A256439-EEFA-48A9-9D19-0EFCD855737C}" destId="{05C160E9-0F39-4B89-BA2A-A82EAE1F2247}" srcOrd="3" destOrd="0" presId="urn:microsoft.com/office/officeart/2005/8/layout/funnel1"/>
    <dgm:cxn modelId="{55F331CC-8B2C-4CC3-B27F-1C2EA19D7C01}" type="presParOf" srcId="{6A256439-EEFA-48A9-9D19-0EFCD855737C}" destId="{C54D4CC4-76BC-4D99-BCE2-444F1F8ADD94}" srcOrd="4" destOrd="0" presId="urn:microsoft.com/office/officeart/2005/8/layout/funnel1"/>
    <dgm:cxn modelId="{171BC1A4-93AF-4BC7-9C29-218CF43E278D}" type="presParOf" srcId="{6A256439-EEFA-48A9-9D19-0EFCD855737C}" destId="{97628B7F-A625-44F9-B9FE-D24D9451E74A}" srcOrd="5" destOrd="0" presId="urn:microsoft.com/office/officeart/2005/8/layout/funnel1"/>
    <dgm:cxn modelId="{C6137C42-6569-4D38-B64F-336C9734738A}" type="presParOf" srcId="{6A256439-EEFA-48A9-9D19-0EFCD855737C}" destId="{766E670C-2142-44E0-8DBF-0C10A00E54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5DCCD49-4205-492B-9413-365CBFA4C887}" type="doc">
      <dgm:prSet loTypeId="urn:microsoft.com/office/officeart/2018/5/layout/IconCircleLabelList" loCatId="icon" qsTypeId="urn:microsoft.com/office/officeart/2005/8/quickstyle/3d6" qsCatId="3D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85B138D-0EC2-41BD-92F1-9571871D436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noProof="0" dirty="0"/>
            <a:t>- Aucun quota mensuel</a:t>
          </a:r>
        </a:p>
      </dgm:t>
    </dgm:pt>
    <dgm:pt modelId="{6089FAE2-7DDB-498C-907E-21CB975867EE}" type="parTrans" cxnId="{AE739E7F-2499-437B-A76D-4E7A4FE24913}">
      <dgm:prSet/>
      <dgm:spPr/>
      <dgm:t>
        <a:bodyPr/>
        <a:lstStyle/>
        <a:p>
          <a:endParaRPr lang="en-US"/>
        </a:p>
      </dgm:t>
    </dgm:pt>
    <dgm:pt modelId="{D8A3C065-E576-4722-9359-D84B20D3C3C5}" type="sibTrans" cxnId="{AE739E7F-2499-437B-A76D-4E7A4FE24913}">
      <dgm:prSet/>
      <dgm:spPr/>
      <dgm:t>
        <a:bodyPr/>
        <a:lstStyle/>
        <a:p>
          <a:endParaRPr lang="en-US"/>
        </a:p>
      </dgm:t>
    </dgm:pt>
    <dgm:pt modelId="{03EC8F3E-1D00-49FF-8CC8-A8F895A4773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noProof="0" dirty="0"/>
            <a:t>- Aucune obligation d'achat</a:t>
          </a:r>
        </a:p>
      </dgm:t>
    </dgm:pt>
    <dgm:pt modelId="{2BFF7237-950C-4DA5-AC90-77B213118C2D}" type="parTrans" cxnId="{52835C4F-6973-41AF-A52B-55A262753B22}">
      <dgm:prSet/>
      <dgm:spPr/>
      <dgm:t>
        <a:bodyPr/>
        <a:lstStyle/>
        <a:p>
          <a:endParaRPr lang="en-US"/>
        </a:p>
      </dgm:t>
    </dgm:pt>
    <dgm:pt modelId="{E9B96AD6-3278-42CC-9804-D2C99D90789A}" type="sibTrans" cxnId="{52835C4F-6973-41AF-A52B-55A262753B22}">
      <dgm:prSet/>
      <dgm:spPr/>
      <dgm:t>
        <a:bodyPr/>
        <a:lstStyle/>
        <a:p>
          <a:endParaRPr lang="en-US"/>
        </a:p>
      </dgm:t>
    </dgm:pt>
    <dgm:pt modelId="{BBCC829A-58D9-43C6-B01F-97A99048AA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noProof="0" dirty="0"/>
            <a:t>Aucune vente ou</a:t>
          </a:r>
        </a:p>
        <a:p>
          <a:pPr>
            <a:lnSpc>
              <a:spcPct val="100000"/>
            </a:lnSpc>
            <a:defRPr cap="all"/>
          </a:pPr>
          <a:r>
            <a:rPr lang="fr-CA" noProof="0" dirty="0"/>
            <a:t>prospection</a:t>
          </a:r>
        </a:p>
      </dgm:t>
    </dgm:pt>
    <dgm:pt modelId="{D9D81D1A-CD65-466B-8DF3-EA4AF840B545}" type="parTrans" cxnId="{3E4C76B3-6642-46D9-A082-D2CEA724A5A7}">
      <dgm:prSet/>
      <dgm:spPr/>
      <dgm:t>
        <a:bodyPr/>
        <a:lstStyle/>
        <a:p>
          <a:endParaRPr lang="en-US"/>
        </a:p>
      </dgm:t>
    </dgm:pt>
    <dgm:pt modelId="{94D8027B-66C1-431F-A5D6-2B3C1063FFFE}" type="sibTrans" cxnId="{3E4C76B3-6642-46D9-A082-D2CEA724A5A7}">
      <dgm:prSet/>
      <dgm:spPr/>
      <dgm:t>
        <a:bodyPr/>
        <a:lstStyle/>
        <a:p>
          <a:endParaRPr lang="en-US"/>
        </a:p>
      </dgm:t>
    </dgm:pt>
    <dgm:pt modelId="{4F15339C-9CE7-4E58-BAB4-5C1B40B8AA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noProof="0" dirty="0"/>
            <a:t>- Modèle simple et durable</a:t>
          </a:r>
        </a:p>
      </dgm:t>
    </dgm:pt>
    <dgm:pt modelId="{8A360977-7263-4DD9-8BF3-A7B5F95CBA12}" type="parTrans" cxnId="{78914626-E2CC-4ADB-BDE8-EC31DA503C6F}">
      <dgm:prSet/>
      <dgm:spPr/>
      <dgm:t>
        <a:bodyPr/>
        <a:lstStyle/>
        <a:p>
          <a:endParaRPr lang="en-US"/>
        </a:p>
      </dgm:t>
    </dgm:pt>
    <dgm:pt modelId="{4B06D8FA-F0DE-4EFD-99F1-B7A9FA1662DB}" type="sibTrans" cxnId="{78914626-E2CC-4ADB-BDE8-EC31DA503C6F}">
      <dgm:prSet/>
      <dgm:spPr/>
      <dgm:t>
        <a:bodyPr/>
        <a:lstStyle/>
        <a:p>
          <a:endParaRPr lang="en-US"/>
        </a:p>
      </dgm:t>
    </dgm:pt>
    <dgm:pt modelId="{2BD42CAB-970C-40CE-ADE9-46E614A5389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noProof="0" dirty="0"/>
            <a:t>- Fonctionne pour les passifs comme pour les actifs</a:t>
          </a:r>
        </a:p>
      </dgm:t>
    </dgm:pt>
    <dgm:pt modelId="{EB24FA22-880B-4740-89A3-E8E0CBF526EB}" type="parTrans" cxnId="{9BFBE3F1-A355-4CED-84ED-11A92DD9DD61}">
      <dgm:prSet/>
      <dgm:spPr/>
      <dgm:t>
        <a:bodyPr/>
        <a:lstStyle/>
        <a:p>
          <a:endParaRPr lang="en-US"/>
        </a:p>
      </dgm:t>
    </dgm:pt>
    <dgm:pt modelId="{2DECAC88-3065-4940-B323-EEB31C1CEFC9}" type="sibTrans" cxnId="{9BFBE3F1-A355-4CED-84ED-11A92DD9DD61}">
      <dgm:prSet/>
      <dgm:spPr/>
      <dgm:t>
        <a:bodyPr/>
        <a:lstStyle/>
        <a:p>
          <a:endParaRPr lang="en-US"/>
        </a:p>
      </dgm:t>
    </dgm:pt>
    <dgm:pt modelId="{FBFF7865-FD67-4ACE-865E-7A5F026132CC}" type="pres">
      <dgm:prSet presAssocID="{E5DCCD49-4205-492B-9413-365CBFA4C887}" presName="root" presStyleCnt="0">
        <dgm:presLayoutVars>
          <dgm:dir/>
          <dgm:resizeHandles val="exact"/>
        </dgm:presLayoutVars>
      </dgm:prSet>
      <dgm:spPr/>
    </dgm:pt>
    <dgm:pt modelId="{13E27323-A26C-4EDD-85AF-4D3C9494553C}" type="pres">
      <dgm:prSet presAssocID="{485B138D-0EC2-41BD-92F1-9571871D4364}" presName="compNode" presStyleCnt="0"/>
      <dgm:spPr/>
    </dgm:pt>
    <dgm:pt modelId="{002CF33C-ED8D-4339-94DB-D222368BA397}" type="pres">
      <dgm:prSet presAssocID="{485B138D-0EC2-41BD-92F1-9571871D4364}" presName="iconBgRect" presStyleLbl="bgShp" presStyleIdx="0" presStyleCnt="5"/>
      <dgm:spPr/>
    </dgm:pt>
    <dgm:pt modelId="{B489B47D-CFEC-4D2A-A12F-98A492DEE685}" type="pres">
      <dgm:prSet presAssocID="{485B138D-0EC2-41BD-92F1-9571871D436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2A8A5278-53DC-4AA3-86C1-561D4E375089}" type="pres">
      <dgm:prSet presAssocID="{485B138D-0EC2-41BD-92F1-9571871D4364}" presName="spaceRect" presStyleCnt="0"/>
      <dgm:spPr/>
    </dgm:pt>
    <dgm:pt modelId="{E9FD70CA-38B2-412F-AF9F-CBBD3F1DAAD0}" type="pres">
      <dgm:prSet presAssocID="{485B138D-0EC2-41BD-92F1-9571871D4364}" presName="textRect" presStyleLbl="revTx" presStyleIdx="0" presStyleCnt="5">
        <dgm:presLayoutVars>
          <dgm:chMax val="1"/>
          <dgm:chPref val="1"/>
        </dgm:presLayoutVars>
      </dgm:prSet>
      <dgm:spPr/>
    </dgm:pt>
    <dgm:pt modelId="{22B644E4-BB99-43AF-A000-057BABEB772F}" type="pres">
      <dgm:prSet presAssocID="{D8A3C065-E576-4722-9359-D84B20D3C3C5}" presName="sibTrans" presStyleCnt="0"/>
      <dgm:spPr/>
    </dgm:pt>
    <dgm:pt modelId="{D9AC4ADD-7433-4CEF-B670-E6A9C591E6D0}" type="pres">
      <dgm:prSet presAssocID="{03EC8F3E-1D00-49FF-8CC8-A8F895A47735}" presName="compNode" presStyleCnt="0"/>
      <dgm:spPr/>
    </dgm:pt>
    <dgm:pt modelId="{F458E89D-002E-401B-AB6B-2FC053118FE7}" type="pres">
      <dgm:prSet presAssocID="{03EC8F3E-1D00-49FF-8CC8-A8F895A47735}" presName="iconBgRect" presStyleLbl="bgShp" presStyleIdx="1" presStyleCnt="5"/>
      <dgm:spPr/>
    </dgm:pt>
    <dgm:pt modelId="{470D326A-C78F-4400-A1CE-F4A02CA8C0F3}" type="pres">
      <dgm:prSet presAssocID="{03EC8F3E-1D00-49FF-8CC8-A8F895A4773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DB6AF381-115C-422D-9816-BC5E2DDFEB1C}" type="pres">
      <dgm:prSet presAssocID="{03EC8F3E-1D00-49FF-8CC8-A8F895A47735}" presName="spaceRect" presStyleCnt="0"/>
      <dgm:spPr/>
    </dgm:pt>
    <dgm:pt modelId="{59738B28-83A4-49AD-B90C-D84238E55114}" type="pres">
      <dgm:prSet presAssocID="{03EC8F3E-1D00-49FF-8CC8-A8F895A47735}" presName="textRect" presStyleLbl="revTx" presStyleIdx="1" presStyleCnt="5">
        <dgm:presLayoutVars>
          <dgm:chMax val="1"/>
          <dgm:chPref val="1"/>
        </dgm:presLayoutVars>
      </dgm:prSet>
      <dgm:spPr/>
    </dgm:pt>
    <dgm:pt modelId="{657EE699-80DD-47F1-B2DF-F6054199CB1C}" type="pres">
      <dgm:prSet presAssocID="{E9B96AD6-3278-42CC-9804-D2C99D90789A}" presName="sibTrans" presStyleCnt="0"/>
      <dgm:spPr/>
    </dgm:pt>
    <dgm:pt modelId="{F8D0A167-E20D-4985-B76D-A6D758E0481C}" type="pres">
      <dgm:prSet presAssocID="{BBCC829A-58D9-43C6-B01F-97A99048AA80}" presName="compNode" presStyleCnt="0"/>
      <dgm:spPr/>
    </dgm:pt>
    <dgm:pt modelId="{4C65B37F-BD2F-4D00-87F4-2B8649AEAC14}" type="pres">
      <dgm:prSet presAssocID="{BBCC829A-58D9-43C6-B01F-97A99048AA80}" presName="iconBgRect" presStyleLbl="bgShp" presStyleIdx="2" presStyleCnt="5"/>
      <dgm:spPr/>
    </dgm:pt>
    <dgm:pt modelId="{73502192-99A3-4D45-8747-9D950480ED49}" type="pres">
      <dgm:prSet presAssocID="{BBCC829A-58D9-43C6-B01F-97A99048AA8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0C3771A5-DE8E-4DC2-BAE7-5A41D27BF479}" type="pres">
      <dgm:prSet presAssocID="{BBCC829A-58D9-43C6-B01F-97A99048AA80}" presName="spaceRect" presStyleCnt="0"/>
      <dgm:spPr/>
    </dgm:pt>
    <dgm:pt modelId="{6A02F531-C8C3-457B-910C-3CCC0F77E6A3}" type="pres">
      <dgm:prSet presAssocID="{BBCC829A-58D9-43C6-B01F-97A99048AA80}" presName="textRect" presStyleLbl="revTx" presStyleIdx="2" presStyleCnt="5" custLinFactNeighborX="-4062">
        <dgm:presLayoutVars>
          <dgm:chMax val="1"/>
          <dgm:chPref val="1"/>
        </dgm:presLayoutVars>
      </dgm:prSet>
      <dgm:spPr/>
    </dgm:pt>
    <dgm:pt modelId="{EC5408EE-7A1B-4EF3-BF6C-822AB1557184}" type="pres">
      <dgm:prSet presAssocID="{94D8027B-66C1-431F-A5D6-2B3C1063FFFE}" presName="sibTrans" presStyleCnt="0"/>
      <dgm:spPr/>
    </dgm:pt>
    <dgm:pt modelId="{A03C5814-29A9-47CC-9384-415958BACC37}" type="pres">
      <dgm:prSet presAssocID="{4F15339C-9CE7-4E58-BAB4-5C1B40B8AAB9}" presName="compNode" presStyleCnt="0"/>
      <dgm:spPr/>
    </dgm:pt>
    <dgm:pt modelId="{A69BE285-E113-429B-9DF7-C9D7D25BE5EF}" type="pres">
      <dgm:prSet presAssocID="{4F15339C-9CE7-4E58-BAB4-5C1B40B8AAB9}" presName="iconBgRect" presStyleLbl="bgShp" presStyleIdx="3" presStyleCnt="5"/>
      <dgm:spPr/>
    </dgm:pt>
    <dgm:pt modelId="{304FA62C-09EE-4600-ABCD-CF39641B06F8}" type="pres">
      <dgm:prSet presAssocID="{4F15339C-9CE7-4E58-BAB4-5C1B40B8AAB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ison"/>
        </a:ext>
      </dgm:extLst>
    </dgm:pt>
    <dgm:pt modelId="{C73E00B3-D5C4-426E-B0F7-C5825ACD1BDC}" type="pres">
      <dgm:prSet presAssocID="{4F15339C-9CE7-4E58-BAB4-5C1B40B8AAB9}" presName="spaceRect" presStyleCnt="0"/>
      <dgm:spPr/>
    </dgm:pt>
    <dgm:pt modelId="{5697BBD8-921D-4ABA-96E3-03EE52E680A1}" type="pres">
      <dgm:prSet presAssocID="{4F15339C-9CE7-4E58-BAB4-5C1B40B8AAB9}" presName="textRect" presStyleLbl="revTx" presStyleIdx="3" presStyleCnt="5">
        <dgm:presLayoutVars>
          <dgm:chMax val="1"/>
          <dgm:chPref val="1"/>
        </dgm:presLayoutVars>
      </dgm:prSet>
      <dgm:spPr/>
    </dgm:pt>
    <dgm:pt modelId="{5F7444FB-A435-436B-8745-8F7F707DA693}" type="pres">
      <dgm:prSet presAssocID="{4B06D8FA-F0DE-4EFD-99F1-B7A9FA1662DB}" presName="sibTrans" presStyleCnt="0"/>
      <dgm:spPr/>
    </dgm:pt>
    <dgm:pt modelId="{C2AFFDED-87C8-4BEC-BD85-7AD220E05239}" type="pres">
      <dgm:prSet presAssocID="{2BD42CAB-970C-40CE-ADE9-46E614A53893}" presName="compNode" presStyleCnt="0"/>
      <dgm:spPr/>
    </dgm:pt>
    <dgm:pt modelId="{20697C14-E4AD-4A42-843C-3A46F6E47B1F}" type="pres">
      <dgm:prSet presAssocID="{2BD42CAB-970C-40CE-ADE9-46E614A53893}" presName="iconBgRect" presStyleLbl="bgShp" presStyleIdx="4" presStyleCnt="5"/>
      <dgm:spPr/>
    </dgm:pt>
    <dgm:pt modelId="{B6100F47-AE90-4B5B-84C1-50341B5284B8}" type="pres">
      <dgm:prSet presAssocID="{2BD42CAB-970C-40CE-ADE9-46E614A5389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EBFC0DD-8354-4CD1-B804-925A46754EE4}" type="pres">
      <dgm:prSet presAssocID="{2BD42CAB-970C-40CE-ADE9-46E614A53893}" presName="spaceRect" presStyleCnt="0"/>
      <dgm:spPr/>
    </dgm:pt>
    <dgm:pt modelId="{4A74A903-9C25-4D51-9294-0865F55BC5D5}" type="pres">
      <dgm:prSet presAssocID="{2BD42CAB-970C-40CE-ADE9-46E614A5389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8914626-E2CC-4ADB-BDE8-EC31DA503C6F}" srcId="{E5DCCD49-4205-492B-9413-365CBFA4C887}" destId="{4F15339C-9CE7-4E58-BAB4-5C1B40B8AAB9}" srcOrd="3" destOrd="0" parTransId="{8A360977-7263-4DD9-8BF3-A7B5F95CBA12}" sibTransId="{4B06D8FA-F0DE-4EFD-99F1-B7A9FA1662DB}"/>
    <dgm:cxn modelId="{3B6A113B-1A98-485D-94F9-556A943D4012}" type="presOf" srcId="{4F15339C-9CE7-4E58-BAB4-5C1B40B8AAB9}" destId="{5697BBD8-921D-4ABA-96E3-03EE52E680A1}" srcOrd="0" destOrd="0" presId="urn:microsoft.com/office/officeart/2018/5/layout/IconCircleLabelList"/>
    <dgm:cxn modelId="{52835C4F-6973-41AF-A52B-55A262753B22}" srcId="{E5DCCD49-4205-492B-9413-365CBFA4C887}" destId="{03EC8F3E-1D00-49FF-8CC8-A8F895A47735}" srcOrd="1" destOrd="0" parTransId="{2BFF7237-950C-4DA5-AC90-77B213118C2D}" sibTransId="{E9B96AD6-3278-42CC-9804-D2C99D90789A}"/>
    <dgm:cxn modelId="{0009A84F-0C72-4836-ABD9-84ECEF316DF8}" type="presOf" srcId="{BBCC829A-58D9-43C6-B01F-97A99048AA80}" destId="{6A02F531-C8C3-457B-910C-3CCC0F77E6A3}" srcOrd="0" destOrd="0" presId="urn:microsoft.com/office/officeart/2018/5/layout/IconCircleLabelList"/>
    <dgm:cxn modelId="{AE739E7F-2499-437B-A76D-4E7A4FE24913}" srcId="{E5DCCD49-4205-492B-9413-365CBFA4C887}" destId="{485B138D-0EC2-41BD-92F1-9571871D4364}" srcOrd="0" destOrd="0" parTransId="{6089FAE2-7DDB-498C-907E-21CB975867EE}" sibTransId="{D8A3C065-E576-4722-9359-D84B20D3C3C5}"/>
    <dgm:cxn modelId="{0E77299B-2A3B-44F8-84F5-77DA5B68EF64}" type="presOf" srcId="{485B138D-0EC2-41BD-92F1-9571871D4364}" destId="{E9FD70CA-38B2-412F-AF9F-CBBD3F1DAAD0}" srcOrd="0" destOrd="0" presId="urn:microsoft.com/office/officeart/2018/5/layout/IconCircleLabelList"/>
    <dgm:cxn modelId="{3E4C76B3-6642-46D9-A082-D2CEA724A5A7}" srcId="{E5DCCD49-4205-492B-9413-365CBFA4C887}" destId="{BBCC829A-58D9-43C6-B01F-97A99048AA80}" srcOrd="2" destOrd="0" parTransId="{D9D81D1A-CD65-466B-8DF3-EA4AF840B545}" sibTransId="{94D8027B-66C1-431F-A5D6-2B3C1063FFFE}"/>
    <dgm:cxn modelId="{E7F16BB5-0493-4C78-8328-AE3E71D8576D}" type="presOf" srcId="{E5DCCD49-4205-492B-9413-365CBFA4C887}" destId="{FBFF7865-FD67-4ACE-865E-7A5F026132CC}" srcOrd="0" destOrd="0" presId="urn:microsoft.com/office/officeart/2018/5/layout/IconCircleLabelList"/>
    <dgm:cxn modelId="{44853DD2-A787-4768-877C-BE027BFB4053}" type="presOf" srcId="{03EC8F3E-1D00-49FF-8CC8-A8F895A47735}" destId="{59738B28-83A4-49AD-B90C-D84238E55114}" srcOrd="0" destOrd="0" presId="urn:microsoft.com/office/officeart/2018/5/layout/IconCircleLabelList"/>
    <dgm:cxn modelId="{9BFBE3F1-A355-4CED-84ED-11A92DD9DD61}" srcId="{E5DCCD49-4205-492B-9413-365CBFA4C887}" destId="{2BD42CAB-970C-40CE-ADE9-46E614A53893}" srcOrd="4" destOrd="0" parTransId="{EB24FA22-880B-4740-89A3-E8E0CBF526EB}" sibTransId="{2DECAC88-3065-4940-B323-EEB31C1CEFC9}"/>
    <dgm:cxn modelId="{F97C10F3-6102-48FC-98D5-B30A17DB2D9E}" type="presOf" srcId="{2BD42CAB-970C-40CE-ADE9-46E614A53893}" destId="{4A74A903-9C25-4D51-9294-0865F55BC5D5}" srcOrd="0" destOrd="0" presId="urn:microsoft.com/office/officeart/2018/5/layout/IconCircleLabelList"/>
    <dgm:cxn modelId="{454BD717-F1B4-4160-AB58-B6AB7016B950}" type="presParOf" srcId="{FBFF7865-FD67-4ACE-865E-7A5F026132CC}" destId="{13E27323-A26C-4EDD-85AF-4D3C9494553C}" srcOrd="0" destOrd="0" presId="urn:microsoft.com/office/officeart/2018/5/layout/IconCircleLabelList"/>
    <dgm:cxn modelId="{ADDFDA98-7D6B-44D4-AEE2-A7013ED71B82}" type="presParOf" srcId="{13E27323-A26C-4EDD-85AF-4D3C9494553C}" destId="{002CF33C-ED8D-4339-94DB-D222368BA397}" srcOrd="0" destOrd="0" presId="urn:microsoft.com/office/officeart/2018/5/layout/IconCircleLabelList"/>
    <dgm:cxn modelId="{AD56D62C-6183-4DD0-A89C-45FC17B4788C}" type="presParOf" srcId="{13E27323-A26C-4EDD-85AF-4D3C9494553C}" destId="{B489B47D-CFEC-4D2A-A12F-98A492DEE685}" srcOrd="1" destOrd="0" presId="urn:microsoft.com/office/officeart/2018/5/layout/IconCircleLabelList"/>
    <dgm:cxn modelId="{F14131E0-FFC1-4830-8E67-25450E779C8C}" type="presParOf" srcId="{13E27323-A26C-4EDD-85AF-4D3C9494553C}" destId="{2A8A5278-53DC-4AA3-86C1-561D4E375089}" srcOrd="2" destOrd="0" presId="urn:microsoft.com/office/officeart/2018/5/layout/IconCircleLabelList"/>
    <dgm:cxn modelId="{BA886680-516D-4C1E-A58E-6ABAAB108DEC}" type="presParOf" srcId="{13E27323-A26C-4EDD-85AF-4D3C9494553C}" destId="{E9FD70CA-38B2-412F-AF9F-CBBD3F1DAAD0}" srcOrd="3" destOrd="0" presId="urn:microsoft.com/office/officeart/2018/5/layout/IconCircleLabelList"/>
    <dgm:cxn modelId="{0ED39893-1A86-4DA2-BF5D-AB6A2AC84244}" type="presParOf" srcId="{FBFF7865-FD67-4ACE-865E-7A5F026132CC}" destId="{22B644E4-BB99-43AF-A000-057BABEB772F}" srcOrd="1" destOrd="0" presId="urn:microsoft.com/office/officeart/2018/5/layout/IconCircleLabelList"/>
    <dgm:cxn modelId="{C6D371F3-9CB2-43FB-B3EC-7B1558C03F27}" type="presParOf" srcId="{FBFF7865-FD67-4ACE-865E-7A5F026132CC}" destId="{D9AC4ADD-7433-4CEF-B670-E6A9C591E6D0}" srcOrd="2" destOrd="0" presId="urn:microsoft.com/office/officeart/2018/5/layout/IconCircleLabelList"/>
    <dgm:cxn modelId="{8F7714BE-630F-4E38-8CE8-D542D2C926EA}" type="presParOf" srcId="{D9AC4ADD-7433-4CEF-B670-E6A9C591E6D0}" destId="{F458E89D-002E-401B-AB6B-2FC053118FE7}" srcOrd="0" destOrd="0" presId="urn:microsoft.com/office/officeart/2018/5/layout/IconCircleLabelList"/>
    <dgm:cxn modelId="{2B3F4F16-9230-42FC-BB11-23FEED84C50B}" type="presParOf" srcId="{D9AC4ADD-7433-4CEF-B670-E6A9C591E6D0}" destId="{470D326A-C78F-4400-A1CE-F4A02CA8C0F3}" srcOrd="1" destOrd="0" presId="urn:microsoft.com/office/officeart/2018/5/layout/IconCircleLabelList"/>
    <dgm:cxn modelId="{2C3C3583-9468-4311-9DF6-52C6993621D7}" type="presParOf" srcId="{D9AC4ADD-7433-4CEF-B670-E6A9C591E6D0}" destId="{DB6AF381-115C-422D-9816-BC5E2DDFEB1C}" srcOrd="2" destOrd="0" presId="urn:microsoft.com/office/officeart/2018/5/layout/IconCircleLabelList"/>
    <dgm:cxn modelId="{6A8A5D4F-A1FE-4CF9-BA61-AD83C2E3397C}" type="presParOf" srcId="{D9AC4ADD-7433-4CEF-B670-E6A9C591E6D0}" destId="{59738B28-83A4-49AD-B90C-D84238E55114}" srcOrd="3" destOrd="0" presId="urn:microsoft.com/office/officeart/2018/5/layout/IconCircleLabelList"/>
    <dgm:cxn modelId="{0C00C2C2-5CD0-40AD-8C44-1FB552FB78DB}" type="presParOf" srcId="{FBFF7865-FD67-4ACE-865E-7A5F026132CC}" destId="{657EE699-80DD-47F1-B2DF-F6054199CB1C}" srcOrd="3" destOrd="0" presId="urn:microsoft.com/office/officeart/2018/5/layout/IconCircleLabelList"/>
    <dgm:cxn modelId="{5525D2F2-F125-4E99-8AFB-E44F3EE15722}" type="presParOf" srcId="{FBFF7865-FD67-4ACE-865E-7A5F026132CC}" destId="{F8D0A167-E20D-4985-B76D-A6D758E0481C}" srcOrd="4" destOrd="0" presId="urn:microsoft.com/office/officeart/2018/5/layout/IconCircleLabelList"/>
    <dgm:cxn modelId="{6EA5D183-73ED-46C4-8E8C-DF6867FC6AEC}" type="presParOf" srcId="{F8D0A167-E20D-4985-B76D-A6D758E0481C}" destId="{4C65B37F-BD2F-4D00-87F4-2B8649AEAC14}" srcOrd="0" destOrd="0" presId="urn:microsoft.com/office/officeart/2018/5/layout/IconCircleLabelList"/>
    <dgm:cxn modelId="{211CD721-19DF-43E6-95A5-E2E1FF69EDFA}" type="presParOf" srcId="{F8D0A167-E20D-4985-B76D-A6D758E0481C}" destId="{73502192-99A3-4D45-8747-9D950480ED49}" srcOrd="1" destOrd="0" presId="urn:microsoft.com/office/officeart/2018/5/layout/IconCircleLabelList"/>
    <dgm:cxn modelId="{D91484FF-B494-48C1-9694-EDEBB7C21376}" type="presParOf" srcId="{F8D0A167-E20D-4985-B76D-A6D758E0481C}" destId="{0C3771A5-DE8E-4DC2-BAE7-5A41D27BF479}" srcOrd="2" destOrd="0" presId="urn:microsoft.com/office/officeart/2018/5/layout/IconCircleLabelList"/>
    <dgm:cxn modelId="{28556E3A-984F-4F54-9B54-B00724916FD7}" type="presParOf" srcId="{F8D0A167-E20D-4985-B76D-A6D758E0481C}" destId="{6A02F531-C8C3-457B-910C-3CCC0F77E6A3}" srcOrd="3" destOrd="0" presId="urn:microsoft.com/office/officeart/2018/5/layout/IconCircleLabelList"/>
    <dgm:cxn modelId="{996840CF-4FAD-4010-A81E-56944608EE22}" type="presParOf" srcId="{FBFF7865-FD67-4ACE-865E-7A5F026132CC}" destId="{EC5408EE-7A1B-4EF3-BF6C-822AB1557184}" srcOrd="5" destOrd="0" presId="urn:microsoft.com/office/officeart/2018/5/layout/IconCircleLabelList"/>
    <dgm:cxn modelId="{6D6CE99D-E4B7-47E4-B46B-28E71FED2B42}" type="presParOf" srcId="{FBFF7865-FD67-4ACE-865E-7A5F026132CC}" destId="{A03C5814-29A9-47CC-9384-415958BACC37}" srcOrd="6" destOrd="0" presId="urn:microsoft.com/office/officeart/2018/5/layout/IconCircleLabelList"/>
    <dgm:cxn modelId="{133B72AB-2E1D-4AF4-8F8D-110531FA0770}" type="presParOf" srcId="{A03C5814-29A9-47CC-9384-415958BACC37}" destId="{A69BE285-E113-429B-9DF7-C9D7D25BE5EF}" srcOrd="0" destOrd="0" presId="urn:microsoft.com/office/officeart/2018/5/layout/IconCircleLabelList"/>
    <dgm:cxn modelId="{2A2E09E6-5AF3-4E46-B580-A4FBAFD8D8F2}" type="presParOf" srcId="{A03C5814-29A9-47CC-9384-415958BACC37}" destId="{304FA62C-09EE-4600-ABCD-CF39641B06F8}" srcOrd="1" destOrd="0" presId="urn:microsoft.com/office/officeart/2018/5/layout/IconCircleLabelList"/>
    <dgm:cxn modelId="{9324D94A-282A-4000-9E11-AFA5AB179899}" type="presParOf" srcId="{A03C5814-29A9-47CC-9384-415958BACC37}" destId="{C73E00B3-D5C4-426E-B0F7-C5825ACD1BDC}" srcOrd="2" destOrd="0" presId="urn:microsoft.com/office/officeart/2018/5/layout/IconCircleLabelList"/>
    <dgm:cxn modelId="{8A8D555B-8626-401D-81EB-6D15F1DE2BED}" type="presParOf" srcId="{A03C5814-29A9-47CC-9384-415958BACC37}" destId="{5697BBD8-921D-4ABA-96E3-03EE52E680A1}" srcOrd="3" destOrd="0" presId="urn:microsoft.com/office/officeart/2018/5/layout/IconCircleLabelList"/>
    <dgm:cxn modelId="{E5CCE8E8-4BD4-4117-9144-5828ACEDF356}" type="presParOf" srcId="{FBFF7865-FD67-4ACE-865E-7A5F026132CC}" destId="{5F7444FB-A435-436B-8745-8F7F707DA693}" srcOrd="7" destOrd="0" presId="urn:microsoft.com/office/officeart/2018/5/layout/IconCircleLabelList"/>
    <dgm:cxn modelId="{584CCC1A-8995-43B8-A33B-D7D98A8FFAB5}" type="presParOf" srcId="{FBFF7865-FD67-4ACE-865E-7A5F026132CC}" destId="{C2AFFDED-87C8-4BEC-BD85-7AD220E05239}" srcOrd="8" destOrd="0" presId="urn:microsoft.com/office/officeart/2018/5/layout/IconCircleLabelList"/>
    <dgm:cxn modelId="{C4B1D309-C5F4-4214-8316-72486A38110B}" type="presParOf" srcId="{C2AFFDED-87C8-4BEC-BD85-7AD220E05239}" destId="{20697C14-E4AD-4A42-843C-3A46F6E47B1F}" srcOrd="0" destOrd="0" presId="urn:microsoft.com/office/officeart/2018/5/layout/IconCircleLabelList"/>
    <dgm:cxn modelId="{8F544B7F-4A24-4634-A81E-BF4B2A3FED12}" type="presParOf" srcId="{C2AFFDED-87C8-4BEC-BD85-7AD220E05239}" destId="{B6100F47-AE90-4B5B-84C1-50341B5284B8}" srcOrd="1" destOrd="0" presId="urn:microsoft.com/office/officeart/2018/5/layout/IconCircleLabelList"/>
    <dgm:cxn modelId="{26AB1E0F-FA3E-44A7-9187-F5DBDD9D8766}" type="presParOf" srcId="{C2AFFDED-87C8-4BEC-BD85-7AD220E05239}" destId="{CEBFC0DD-8354-4CD1-B804-925A46754EE4}" srcOrd="2" destOrd="0" presId="urn:microsoft.com/office/officeart/2018/5/layout/IconCircleLabelList"/>
    <dgm:cxn modelId="{88F4B7CB-40ED-4E10-94BE-30CCA057B979}" type="presParOf" srcId="{C2AFFDED-87C8-4BEC-BD85-7AD220E05239}" destId="{4A74A903-9C25-4D51-9294-0865F55BC5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588CADE-55F5-4BCA-87FE-EAF5FA66BC8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CA02BA-25C3-4878-A5E8-8FCB17C7AA5E}">
      <dgm:prSet/>
      <dgm:spPr/>
      <dgm:t>
        <a:bodyPr/>
        <a:lstStyle/>
        <a:p>
          <a:r>
            <a:rPr lang="fr-CA" noProof="0" dirty="0"/>
            <a:t>Vous partagez votre lien. Aucune vente. RabaisLocal s’occupe du reste.</a:t>
          </a:r>
        </a:p>
      </dgm:t>
    </dgm:pt>
    <dgm:pt modelId="{58B7219D-7157-487C-82BB-6EB0637798A9}" type="parTrans" cxnId="{E524FB42-D924-4935-A12B-8C65E384271F}">
      <dgm:prSet/>
      <dgm:spPr/>
      <dgm:t>
        <a:bodyPr/>
        <a:lstStyle/>
        <a:p>
          <a:endParaRPr lang="en-US"/>
        </a:p>
      </dgm:t>
    </dgm:pt>
    <dgm:pt modelId="{4FFA5DFB-1672-4D47-9D94-C04DB3E2ABBD}" type="sibTrans" cxnId="{E524FB42-D924-4935-A12B-8C65E384271F}">
      <dgm:prSet/>
      <dgm:spPr/>
      <dgm:t>
        <a:bodyPr/>
        <a:lstStyle/>
        <a:p>
          <a:endParaRPr lang="en-US"/>
        </a:p>
      </dgm:t>
    </dgm:pt>
    <dgm:pt modelId="{A3126709-3C47-4848-8533-9880AB191F12}">
      <dgm:prSet/>
      <dgm:spPr/>
      <dgm:t>
        <a:bodyPr/>
        <a:lstStyle/>
        <a:p>
          <a:r>
            <a:rPr lang="fr-CA" noProof="0" dirty="0"/>
            <a:t>L’IA et les automatisations convertissent vos référés en membres, abonnés et commerçants.</a:t>
          </a:r>
        </a:p>
      </dgm:t>
    </dgm:pt>
    <dgm:pt modelId="{E9D5D3F1-C7C1-4B51-8B8B-F3DC868F89B9}" type="parTrans" cxnId="{EF1CC823-9E6A-4F3F-8944-0450C345953D}">
      <dgm:prSet/>
      <dgm:spPr/>
      <dgm:t>
        <a:bodyPr/>
        <a:lstStyle/>
        <a:p>
          <a:endParaRPr lang="en-US"/>
        </a:p>
      </dgm:t>
    </dgm:pt>
    <dgm:pt modelId="{D0B51684-D3FF-4D5B-8B5A-1ABB7EDA837D}" type="sibTrans" cxnId="{EF1CC823-9E6A-4F3F-8944-0450C345953D}">
      <dgm:prSet/>
      <dgm:spPr/>
      <dgm:t>
        <a:bodyPr/>
        <a:lstStyle/>
        <a:p>
          <a:endParaRPr lang="en-US"/>
        </a:p>
      </dgm:t>
    </dgm:pt>
    <dgm:pt modelId="{C8BA4AE2-DC69-40F3-BA97-6975698098F2}">
      <dgm:prSet/>
      <dgm:spPr/>
      <dgm:t>
        <a:bodyPr/>
        <a:lstStyle/>
        <a:p>
          <a:r>
            <a:rPr lang="fr-CA" noProof="0" dirty="0"/>
            <a:t>Vous gagnez sur plusieurs niveaux selon votre rang.</a:t>
          </a:r>
        </a:p>
      </dgm:t>
    </dgm:pt>
    <dgm:pt modelId="{4C3279C4-FF65-4AF1-B7BB-09F13A621BAE}" type="parTrans" cxnId="{8884A725-312E-4160-840D-DCB6454992FD}">
      <dgm:prSet/>
      <dgm:spPr/>
      <dgm:t>
        <a:bodyPr/>
        <a:lstStyle/>
        <a:p>
          <a:endParaRPr lang="en-US"/>
        </a:p>
      </dgm:t>
    </dgm:pt>
    <dgm:pt modelId="{B39BF6E3-8CE8-4D22-803F-B78771265BF8}" type="sibTrans" cxnId="{8884A725-312E-4160-840D-DCB6454992FD}">
      <dgm:prSet/>
      <dgm:spPr/>
      <dgm:t>
        <a:bodyPr/>
        <a:lstStyle/>
        <a:p>
          <a:endParaRPr lang="en-US"/>
        </a:p>
      </dgm:t>
    </dgm:pt>
    <dgm:pt modelId="{F4063CA9-509F-4F81-89A9-29A872B59A1A}">
      <dgm:prSet/>
      <dgm:spPr/>
      <dgm:t>
        <a:bodyPr/>
        <a:lstStyle/>
        <a:p>
          <a:r>
            <a:rPr lang="fr-CA" noProof="0" dirty="0"/>
            <a:t>Commissions sur achats réels : abonnements, forfaits commerçants et consommateurs.</a:t>
          </a:r>
        </a:p>
      </dgm:t>
    </dgm:pt>
    <dgm:pt modelId="{6AEAEC7A-F5CA-45EA-9FD6-B8E24D1AF19E}" type="parTrans" cxnId="{507960F6-260D-4273-8586-7517586FEC39}">
      <dgm:prSet/>
      <dgm:spPr/>
      <dgm:t>
        <a:bodyPr/>
        <a:lstStyle/>
        <a:p>
          <a:endParaRPr lang="en-US"/>
        </a:p>
      </dgm:t>
    </dgm:pt>
    <dgm:pt modelId="{93F08E16-FBC4-4760-B572-1008F4ED88A0}" type="sibTrans" cxnId="{507960F6-260D-4273-8586-7517586FEC39}">
      <dgm:prSet/>
      <dgm:spPr/>
      <dgm:t>
        <a:bodyPr/>
        <a:lstStyle/>
        <a:p>
          <a:endParaRPr lang="en-US"/>
        </a:p>
      </dgm:t>
    </dgm:pt>
    <dgm:pt modelId="{952A9D91-DFDA-483B-B4A8-3380FB1A905E}">
      <dgm:prSet/>
      <dgm:spPr/>
      <dgm:t>
        <a:bodyPr/>
        <a:lstStyle/>
        <a:p>
          <a:r>
            <a:rPr lang="fr-CA" noProof="0" dirty="0"/>
            <a:t>Aucun achat obligatoire, aucun quota, frais prélevés seulement sur vos profits.</a:t>
          </a:r>
        </a:p>
      </dgm:t>
    </dgm:pt>
    <dgm:pt modelId="{018D5B6A-1356-48A0-A7D1-55189629C08E}" type="parTrans" cxnId="{6A1408E5-44E5-4537-8C73-681E596A842C}">
      <dgm:prSet/>
      <dgm:spPr/>
      <dgm:t>
        <a:bodyPr/>
        <a:lstStyle/>
        <a:p>
          <a:endParaRPr lang="en-US"/>
        </a:p>
      </dgm:t>
    </dgm:pt>
    <dgm:pt modelId="{DDA4C983-2E14-44D0-B8D3-0837F245A7F8}" type="sibTrans" cxnId="{6A1408E5-44E5-4537-8C73-681E596A842C}">
      <dgm:prSet/>
      <dgm:spPr/>
      <dgm:t>
        <a:bodyPr/>
        <a:lstStyle/>
        <a:p>
          <a:endParaRPr lang="en-US"/>
        </a:p>
      </dgm:t>
    </dgm:pt>
    <dgm:pt modelId="{8E823AC5-7A3C-4A15-93E0-815B4FF46952}">
      <dgm:prSet/>
      <dgm:spPr/>
      <dgm:t>
        <a:bodyPr/>
        <a:lstStyle/>
        <a:p>
          <a:r>
            <a:rPr lang="fr-CA" noProof="0" dirty="0"/>
            <a:t>Avertissement : Les revenus varient selon l’implication. Aucun revenu garanti.</a:t>
          </a:r>
        </a:p>
      </dgm:t>
    </dgm:pt>
    <dgm:pt modelId="{20DCE3D0-92A2-4054-B6F7-3EB6CCC861E2}" type="parTrans" cxnId="{1C12D9DC-86AA-4AF6-9D1E-EBB3B7F09664}">
      <dgm:prSet/>
      <dgm:spPr/>
      <dgm:t>
        <a:bodyPr/>
        <a:lstStyle/>
        <a:p>
          <a:endParaRPr lang="en-US"/>
        </a:p>
      </dgm:t>
    </dgm:pt>
    <dgm:pt modelId="{99CB226D-B9EE-4125-9A4A-ADD533496F6A}" type="sibTrans" cxnId="{1C12D9DC-86AA-4AF6-9D1E-EBB3B7F09664}">
      <dgm:prSet/>
      <dgm:spPr/>
      <dgm:t>
        <a:bodyPr/>
        <a:lstStyle/>
        <a:p>
          <a:endParaRPr lang="en-US"/>
        </a:p>
      </dgm:t>
    </dgm:pt>
    <dgm:pt modelId="{0546394C-6E82-4958-9F20-511CD1B187C7}" type="pres">
      <dgm:prSet presAssocID="{E588CADE-55F5-4BCA-87FE-EAF5FA66BC8F}" presName="Name0" presStyleCnt="0">
        <dgm:presLayoutVars>
          <dgm:dir/>
          <dgm:resizeHandles val="exact"/>
        </dgm:presLayoutVars>
      </dgm:prSet>
      <dgm:spPr/>
    </dgm:pt>
    <dgm:pt modelId="{3B79FF48-AE34-4EBD-9F6D-EBF54ECDE12B}" type="pres">
      <dgm:prSet presAssocID="{BCCA02BA-25C3-4878-A5E8-8FCB17C7AA5E}" presName="node" presStyleLbl="node1" presStyleIdx="0" presStyleCnt="6">
        <dgm:presLayoutVars>
          <dgm:bulletEnabled val="1"/>
        </dgm:presLayoutVars>
      </dgm:prSet>
      <dgm:spPr/>
    </dgm:pt>
    <dgm:pt modelId="{A9E865DC-78B7-4705-B7DE-14C5AF24C706}" type="pres">
      <dgm:prSet presAssocID="{4FFA5DFB-1672-4D47-9D94-C04DB3E2ABBD}" presName="sibTrans" presStyleLbl="sibTrans1D1" presStyleIdx="0" presStyleCnt="5"/>
      <dgm:spPr/>
    </dgm:pt>
    <dgm:pt modelId="{E41A5369-5451-434A-BCFD-CFA9E6768389}" type="pres">
      <dgm:prSet presAssocID="{4FFA5DFB-1672-4D47-9D94-C04DB3E2ABBD}" presName="connectorText" presStyleLbl="sibTrans1D1" presStyleIdx="0" presStyleCnt="5"/>
      <dgm:spPr/>
    </dgm:pt>
    <dgm:pt modelId="{343F4B6D-DB22-4DA2-8D71-75B8A5788415}" type="pres">
      <dgm:prSet presAssocID="{A3126709-3C47-4848-8533-9880AB191F12}" presName="node" presStyleLbl="node1" presStyleIdx="1" presStyleCnt="6">
        <dgm:presLayoutVars>
          <dgm:bulletEnabled val="1"/>
        </dgm:presLayoutVars>
      </dgm:prSet>
      <dgm:spPr/>
    </dgm:pt>
    <dgm:pt modelId="{74984C49-45EC-49DF-A53D-AA3518CCA1AC}" type="pres">
      <dgm:prSet presAssocID="{D0B51684-D3FF-4D5B-8B5A-1ABB7EDA837D}" presName="sibTrans" presStyleLbl="sibTrans1D1" presStyleIdx="1" presStyleCnt="5"/>
      <dgm:spPr/>
    </dgm:pt>
    <dgm:pt modelId="{CC99EC07-9BD4-4854-A140-0A4E6A7F455C}" type="pres">
      <dgm:prSet presAssocID="{D0B51684-D3FF-4D5B-8B5A-1ABB7EDA837D}" presName="connectorText" presStyleLbl="sibTrans1D1" presStyleIdx="1" presStyleCnt="5"/>
      <dgm:spPr/>
    </dgm:pt>
    <dgm:pt modelId="{BAB48048-9A75-4601-AA67-9BE35ADF694C}" type="pres">
      <dgm:prSet presAssocID="{C8BA4AE2-DC69-40F3-BA97-6975698098F2}" presName="node" presStyleLbl="node1" presStyleIdx="2" presStyleCnt="6">
        <dgm:presLayoutVars>
          <dgm:bulletEnabled val="1"/>
        </dgm:presLayoutVars>
      </dgm:prSet>
      <dgm:spPr/>
    </dgm:pt>
    <dgm:pt modelId="{0F585EF8-5433-45C4-8C0A-FC967AA591B6}" type="pres">
      <dgm:prSet presAssocID="{B39BF6E3-8CE8-4D22-803F-B78771265BF8}" presName="sibTrans" presStyleLbl="sibTrans1D1" presStyleIdx="2" presStyleCnt="5"/>
      <dgm:spPr/>
    </dgm:pt>
    <dgm:pt modelId="{F582C376-F1E2-4A2D-BFDF-D626186B1EEB}" type="pres">
      <dgm:prSet presAssocID="{B39BF6E3-8CE8-4D22-803F-B78771265BF8}" presName="connectorText" presStyleLbl="sibTrans1D1" presStyleIdx="2" presStyleCnt="5"/>
      <dgm:spPr/>
    </dgm:pt>
    <dgm:pt modelId="{78831710-A2C3-4322-BD78-3370536EF083}" type="pres">
      <dgm:prSet presAssocID="{F4063CA9-509F-4F81-89A9-29A872B59A1A}" presName="node" presStyleLbl="node1" presStyleIdx="3" presStyleCnt="6">
        <dgm:presLayoutVars>
          <dgm:bulletEnabled val="1"/>
        </dgm:presLayoutVars>
      </dgm:prSet>
      <dgm:spPr/>
    </dgm:pt>
    <dgm:pt modelId="{AB3D5D6F-5652-423C-A23E-E9348377A82A}" type="pres">
      <dgm:prSet presAssocID="{93F08E16-FBC4-4760-B572-1008F4ED88A0}" presName="sibTrans" presStyleLbl="sibTrans1D1" presStyleIdx="3" presStyleCnt="5"/>
      <dgm:spPr/>
    </dgm:pt>
    <dgm:pt modelId="{0BCFA7AE-7FDC-4671-BF14-50253F7D301B}" type="pres">
      <dgm:prSet presAssocID="{93F08E16-FBC4-4760-B572-1008F4ED88A0}" presName="connectorText" presStyleLbl="sibTrans1D1" presStyleIdx="3" presStyleCnt="5"/>
      <dgm:spPr/>
    </dgm:pt>
    <dgm:pt modelId="{07B7BC17-5944-44FD-A04F-36153982659E}" type="pres">
      <dgm:prSet presAssocID="{952A9D91-DFDA-483B-B4A8-3380FB1A905E}" presName="node" presStyleLbl="node1" presStyleIdx="4" presStyleCnt="6">
        <dgm:presLayoutVars>
          <dgm:bulletEnabled val="1"/>
        </dgm:presLayoutVars>
      </dgm:prSet>
      <dgm:spPr/>
    </dgm:pt>
    <dgm:pt modelId="{D570CF78-6E37-4713-A80B-A45E1B0EB773}" type="pres">
      <dgm:prSet presAssocID="{DDA4C983-2E14-44D0-B8D3-0837F245A7F8}" presName="sibTrans" presStyleLbl="sibTrans1D1" presStyleIdx="4" presStyleCnt="5"/>
      <dgm:spPr/>
    </dgm:pt>
    <dgm:pt modelId="{830F111D-AEF5-4EB9-849A-A940AB5BB750}" type="pres">
      <dgm:prSet presAssocID="{DDA4C983-2E14-44D0-B8D3-0837F245A7F8}" presName="connectorText" presStyleLbl="sibTrans1D1" presStyleIdx="4" presStyleCnt="5"/>
      <dgm:spPr/>
    </dgm:pt>
    <dgm:pt modelId="{A2A633B6-AED6-4102-AF40-8861C90652E4}" type="pres">
      <dgm:prSet presAssocID="{8E823AC5-7A3C-4A15-93E0-815B4FF46952}" presName="node" presStyleLbl="node1" presStyleIdx="5" presStyleCnt="6">
        <dgm:presLayoutVars>
          <dgm:bulletEnabled val="1"/>
        </dgm:presLayoutVars>
      </dgm:prSet>
      <dgm:spPr/>
    </dgm:pt>
  </dgm:ptLst>
  <dgm:cxnLst>
    <dgm:cxn modelId="{DF46B103-6D8B-41CD-A768-BB9A0C3B1B21}" type="presOf" srcId="{93F08E16-FBC4-4760-B572-1008F4ED88A0}" destId="{AB3D5D6F-5652-423C-A23E-E9348377A82A}" srcOrd="0" destOrd="0" presId="urn:microsoft.com/office/officeart/2016/7/layout/RepeatingBendingProcessNew"/>
    <dgm:cxn modelId="{5C24E319-F203-489F-A02F-436B144FE802}" type="presOf" srcId="{A3126709-3C47-4848-8533-9880AB191F12}" destId="{343F4B6D-DB22-4DA2-8D71-75B8A5788415}" srcOrd="0" destOrd="0" presId="urn:microsoft.com/office/officeart/2016/7/layout/RepeatingBendingProcessNew"/>
    <dgm:cxn modelId="{EF1CC823-9E6A-4F3F-8944-0450C345953D}" srcId="{E588CADE-55F5-4BCA-87FE-EAF5FA66BC8F}" destId="{A3126709-3C47-4848-8533-9880AB191F12}" srcOrd="1" destOrd="0" parTransId="{E9D5D3F1-C7C1-4B51-8B8B-F3DC868F89B9}" sibTransId="{D0B51684-D3FF-4D5B-8B5A-1ABB7EDA837D}"/>
    <dgm:cxn modelId="{8884A725-312E-4160-840D-DCB6454992FD}" srcId="{E588CADE-55F5-4BCA-87FE-EAF5FA66BC8F}" destId="{C8BA4AE2-DC69-40F3-BA97-6975698098F2}" srcOrd="2" destOrd="0" parTransId="{4C3279C4-FF65-4AF1-B7BB-09F13A621BAE}" sibTransId="{B39BF6E3-8CE8-4D22-803F-B78771265BF8}"/>
    <dgm:cxn modelId="{8F63E12C-3E21-4658-B455-8D05BE2DAC63}" type="presOf" srcId="{B39BF6E3-8CE8-4D22-803F-B78771265BF8}" destId="{F582C376-F1E2-4A2D-BFDF-D626186B1EEB}" srcOrd="1" destOrd="0" presId="urn:microsoft.com/office/officeart/2016/7/layout/RepeatingBendingProcessNew"/>
    <dgm:cxn modelId="{B6C93836-21F3-4774-A08A-62F04A1B56D1}" type="presOf" srcId="{E588CADE-55F5-4BCA-87FE-EAF5FA66BC8F}" destId="{0546394C-6E82-4958-9F20-511CD1B187C7}" srcOrd="0" destOrd="0" presId="urn:microsoft.com/office/officeart/2016/7/layout/RepeatingBendingProcessNew"/>
    <dgm:cxn modelId="{76483639-86B3-4F52-9E0C-AB23386C5CB9}" type="presOf" srcId="{BCCA02BA-25C3-4878-A5E8-8FCB17C7AA5E}" destId="{3B79FF48-AE34-4EBD-9F6D-EBF54ECDE12B}" srcOrd="0" destOrd="0" presId="urn:microsoft.com/office/officeart/2016/7/layout/RepeatingBendingProcessNew"/>
    <dgm:cxn modelId="{E524FB42-D924-4935-A12B-8C65E384271F}" srcId="{E588CADE-55F5-4BCA-87FE-EAF5FA66BC8F}" destId="{BCCA02BA-25C3-4878-A5E8-8FCB17C7AA5E}" srcOrd="0" destOrd="0" parTransId="{58B7219D-7157-487C-82BB-6EB0637798A9}" sibTransId="{4FFA5DFB-1672-4D47-9D94-C04DB3E2ABBD}"/>
    <dgm:cxn modelId="{EC748C44-5183-4590-A304-782FB2D2B410}" type="presOf" srcId="{DDA4C983-2E14-44D0-B8D3-0837F245A7F8}" destId="{D570CF78-6E37-4713-A80B-A45E1B0EB773}" srcOrd="0" destOrd="0" presId="urn:microsoft.com/office/officeart/2016/7/layout/RepeatingBendingProcessNew"/>
    <dgm:cxn modelId="{A9B37D49-FA68-4D5B-91BC-13125F50764C}" type="presOf" srcId="{4FFA5DFB-1672-4D47-9D94-C04DB3E2ABBD}" destId="{E41A5369-5451-434A-BCFD-CFA9E6768389}" srcOrd="1" destOrd="0" presId="urn:microsoft.com/office/officeart/2016/7/layout/RepeatingBendingProcessNew"/>
    <dgm:cxn modelId="{ED63D269-31D8-4F12-987E-18711795C4A7}" type="presOf" srcId="{D0B51684-D3FF-4D5B-8B5A-1ABB7EDA837D}" destId="{CC99EC07-9BD4-4854-A140-0A4E6A7F455C}" srcOrd="1" destOrd="0" presId="urn:microsoft.com/office/officeart/2016/7/layout/RepeatingBendingProcessNew"/>
    <dgm:cxn modelId="{F7F7107C-2186-4774-A23C-BF777ED8BFA2}" type="presOf" srcId="{D0B51684-D3FF-4D5B-8B5A-1ABB7EDA837D}" destId="{74984C49-45EC-49DF-A53D-AA3518CCA1AC}" srcOrd="0" destOrd="0" presId="urn:microsoft.com/office/officeart/2016/7/layout/RepeatingBendingProcessNew"/>
    <dgm:cxn modelId="{14B34688-D5A5-4F5D-8C90-A6021A9BCB9D}" type="presOf" srcId="{F4063CA9-509F-4F81-89A9-29A872B59A1A}" destId="{78831710-A2C3-4322-BD78-3370536EF083}" srcOrd="0" destOrd="0" presId="urn:microsoft.com/office/officeart/2016/7/layout/RepeatingBendingProcessNew"/>
    <dgm:cxn modelId="{5066559E-F215-44C9-B12E-6CD906D9965C}" type="presOf" srcId="{B39BF6E3-8CE8-4D22-803F-B78771265BF8}" destId="{0F585EF8-5433-45C4-8C0A-FC967AA591B6}" srcOrd="0" destOrd="0" presId="urn:microsoft.com/office/officeart/2016/7/layout/RepeatingBendingProcessNew"/>
    <dgm:cxn modelId="{4C87B7A2-EF66-4D40-8DB3-CB80FDC122D4}" type="presOf" srcId="{C8BA4AE2-DC69-40F3-BA97-6975698098F2}" destId="{BAB48048-9A75-4601-AA67-9BE35ADF694C}" srcOrd="0" destOrd="0" presId="urn:microsoft.com/office/officeart/2016/7/layout/RepeatingBendingProcessNew"/>
    <dgm:cxn modelId="{AC8003C9-90D6-4FE0-92FA-8A4EB5953829}" type="presOf" srcId="{4FFA5DFB-1672-4D47-9D94-C04DB3E2ABBD}" destId="{A9E865DC-78B7-4705-B7DE-14C5AF24C706}" srcOrd="0" destOrd="0" presId="urn:microsoft.com/office/officeart/2016/7/layout/RepeatingBendingProcessNew"/>
    <dgm:cxn modelId="{8F15A1CE-9020-4A53-A85B-70EA699FA656}" type="presOf" srcId="{DDA4C983-2E14-44D0-B8D3-0837F245A7F8}" destId="{830F111D-AEF5-4EB9-849A-A940AB5BB750}" srcOrd="1" destOrd="0" presId="urn:microsoft.com/office/officeart/2016/7/layout/RepeatingBendingProcessNew"/>
    <dgm:cxn modelId="{94CAB0CE-9F3F-4C30-970E-95F2F188ECFB}" type="presOf" srcId="{8E823AC5-7A3C-4A15-93E0-815B4FF46952}" destId="{A2A633B6-AED6-4102-AF40-8861C90652E4}" srcOrd="0" destOrd="0" presId="urn:microsoft.com/office/officeart/2016/7/layout/RepeatingBendingProcessNew"/>
    <dgm:cxn modelId="{D55970D6-B5D4-4FDB-84B0-B60610A19AAB}" type="presOf" srcId="{93F08E16-FBC4-4760-B572-1008F4ED88A0}" destId="{0BCFA7AE-7FDC-4671-BF14-50253F7D301B}" srcOrd="1" destOrd="0" presId="urn:microsoft.com/office/officeart/2016/7/layout/RepeatingBendingProcessNew"/>
    <dgm:cxn modelId="{1C12D9DC-86AA-4AF6-9D1E-EBB3B7F09664}" srcId="{E588CADE-55F5-4BCA-87FE-EAF5FA66BC8F}" destId="{8E823AC5-7A3C-4A15-93E0-815B4FF46952}" srcOrd="5" destOrd="0" parTransId="{20DCE3D0-92A2-4054-B6F7-3EB6CCC861E2}" sibTransId="{99CB226D-B9EE-4125-9A4A-ADD533496F6A}"/>
    <dgm:cxn modelId="{EFFE01E0-0EDE-46E8-B775-08FC8B4260B3}" type="presOf" srcId="{952A9D91-DFDA-483B-B4A8-3380FB1A905E}" destId="{07B7BC17-5944-44FD-A04F-36153982659E}" srcOrd="0" destOrd="0" presId="urn:microsoft.com/office/officeart/2016/7/layout/RepeatingBendingProcessNew"/>
    <dgm:cxn modelId="{6A1408E5-44E5-4537-8C73-681E596A842C}" srcId="{E588CADE-55F5-4BCA-87FE-EAF5FA66BC8F}" destId="{952A9D91-DFDA-483B-B4A8-3380FB1A905E}" srcOrd="4" destOrd="0" parTransId="{018D5B6A-1356-48A0-A7D1-55189629C08E}" sibTransId="{DDA4C983-2E14-44D0-B8D3-0837F245A7F8}"/>
    <dgm:cxn modelId="{507960F6-260D-4273-8586-7517586FEC39}" srcId="{E588CADE-55F5-4BCA-87FE-EAF5FA66BC8F}" destId="{F4063CA9-509F-4F81-89A9-29A872B59A1A}" srcOrd="3" destOrd="0" parTransId="{6AEAEC7A-F5CA-45EA-9FD6-B8E24D1AF19E}" sibTransId="{93F08E16-FBC4-4760-B572-1008F4ED88A0}"/>
    <dgm:cxn modelId="{7F62676D-88CE-49BE-93CE-89CF248D185C}" type="presParOf" srcId="{0546394C-6E82-4958-9F20-511CD1B187C7}" destId="{3B79FF48-AE34-4EBD-9F6D-EBF54ECDE12B}" srcOrd="0" destOrd="0" presId="urn:microsoft.com/office/officeart/2016/7/layout/RepeatingBendingProcessNew"/>
    <dgm:cxn modelId="{B5919820-01E1-47D8-B080-96F1E5F2A45A}" type="presParOf" srcId="{0546394C-6E82-4958-9F20-511CD1B187C7}" destId="{A9E865DC-78B7-4705-B7DE-14C5AF24C706}" srcOrd="1" destOrd="0" presId="urn:microsoft.com/office/officeart/2016/7/layout/RepeatingBendingProcessNew"/>
    <dgm:cxn modelId="{593584F4-4C51-4823-BC50-1015874C0772}" type="presParOf" srcId="{A9E865DC-78B7-4705-B7DE-14C5AF24C706}" destId="{E41A5369-5451-434A-BCFD-CFA9E6768389}" srcOrd="0" destOrd="0" presId="urn:microsoft.com/office/officeart/2016/7/layout/RepeatingBendingProcessNew"/>
    <dgm:cxn modelId="{2CB47072-6500-4214-AB4A-F42075DF2363}" type="presParOf" srcId="{0546394C-6E82-4958-9F20-511CD1B187C7}" destId="{343F4B6D-DB22-4DA2-8D71-75B8A5788415}" srcOrd="2" destOrd="0" presId="urn:microsoft.com/office/officeart/2016/7/layout/RepeatingBendingProcessNew"/>
    <dgm:cxn modelId="{9BA4887C-5E49-465D-8AE9-508FE65A4CCB}" type="presParOf" srcId="{0546394C-6E82-4958-9F20-511CD1B187C7}" destId="{74984C49-45EC-49DF-A53D-AA3518CCA1AC}" srcOrd="3" destOrd="0" presId="urn:microsoft.com/office/officeart/2016/7/layout/RepeatingBendingProcessNew"/>
    <dgm:cxn modelId="{83F5B103-4F99-46DC-9AC9-91A9A86461FD}" type="presParOf" srcId="{74984C49-45EC-49DF-A53D-AA3518CCA1AC}" destId="{CC99EC07-9BD4-4854-A140-0A4E6A7F455C}" srcOrd="0" destOrd="0" presId="urn:microsoft.com/office/officeart/2016/7/layout/RepeatingBendingProcessNew"/>
    <dgm:cxn modelId="{CB1D10E7-F924-4ABC-BBF4-54CF55BCC08C}" type="presParOf" srcId="{0546394C-6E82-4958-9F20-511CD1B187C7}" destId="{BAB48048-9A75-4601-AA67-9BE35ADF694C}" srcOrd="4" destOrd="0" presId="urn:microsoft.com/office/officeart/2016/7/layout/RepeatingBendingProcessNew"/>
    <dgm:cxn modelId="{A177D88F-E746-495B-8413-FBFE3FF3CD91}" type="presParOf" srcId="{0546394C-6E82-4958-9F20-511CD1B187C7}" destId="{0F585EF8-5433-45C4-8C0A-FC967AA591B6}" srcOrd="5" destOrd="0" presId="urn:microsoft.com/office/officeart/2016/7/layout/RepeatingBendingProcessNew"/>
    <dgm:cxn modelId="{7F436D08-9A97-41E7-90FF-B838EC87DB34}" type="presParOf" srcId="{0F585EF8-5433-45C4-8C0A-FC967AA591B6}" destId="{F582C376-F1E2-4A2D-BFDF-D626186B1EEB}" srcOrd="0" destOrd="0" presId="urn:microsoft.com/office/officeart/2016/7/layout/RepeatingBendingProcessNew"/>
    <dgm:cxn modelId="{BB21C11B-A545-4058-979F-A8152C1FBA9D}" type="presParOf" srcId="{0546394C-6E82-4958-9F20-511CD1B187C7}" destId="{78831710-A2C3-4322-BD78-3370536EF083}" srcOrd="6" destOrd="0" presId="urn:microsoft.com/office/officeart/2016/7/layout/RepeatingBendingProcessNew"/>
    <dgm:cxn modelId="{2DA5D950-BC65-4522-884B-7B41478A009A}" type="presParOf" srcId="{0546394C-6E82-4958-9F20-511CD1B187C7}" destId="{AB3D5D6F-5652-423C-A23E-E9348377A82A}" srcOrd="7" destOrd="0" presId="urn:microsoft.com/office/officeart/2016/7/layout/RepeatingBendingProcessNew"/>
    <dgm:cxn modelId="{65AD9F75-7A9D-4999-946B-B196A3D0F41E}" type="presParOf" srcId="{AB3D5D6F-5652-423C-A23E-E9348377A82A}" destId="{0BCFA7AE-7FDC-4671-BF14-50253F7D301B}" srcOrd="0" destOrd="0" presId="urn:microsoft.com/office/officeart/2016/7/layout/RepeatingBendingProcessNew"/>
    <dgm:cxn modelId="{767B64EE-AE69-43D4-942D-3F29318910C7}" type="presParOf" srcId="{0546394C-6E82-4958-9F20-511CD1B187C7}" destId="{07B7BC17-5944-44FD-A04F-36153982659E}" srcOrd="8" destOrd="0" presId="urn:microsoft.com/office/officeart/2016/7/layout/RepeatingBendingProcessNew"/>
    <dgm:cxn modelId="{BF4B7653-CC88-404B-A26A-93E068EC4214}" type="presParOf" srcId="{0546394C-6E82-4958-9F20-511CD1B187C7}" destId="{D570CF78-6E37-4713-A80B-A45E1B0EB773}" srcOrd="9" destOrd="0" presId="urn:microsoft.com/office/officeart/2016/7/layout/RepeatingBendingProcessNew"/>
    <dgm:cxn modelId="{2DA82F1D-F73A-47CA-8290-596B86CA34F5}" type="presParOf" srcId="{D570CF78-6E37-4713-A80B-A45E1B0EB773}" destId="{830F111D-AEF5-4EB9-849A-A940AB5BB750}" srcOrd="0" destOrd="0" presId="urn:microsoft.com/office/officeart/2016/7/layout/RepeatingBendingProcessNew"/>
    <dgm:cxn modelId="{1863BA3B-3E12-4DB9-BA6F-4E978BB2A3E0}" type="presParOf" srcId="{0546394C-6E82-4958-9F20-511CD1B187C7}" destId="{A2A633B6-AED6-4102-AF40-8861C90652E4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90036-0051-44C5-981A-7605CDAD5F50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25738-3FBB-47C3-9B72-50F41388071C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Un modèle simple, cumulatif et équitable.</a:t>
          </a:r>
        </a:p>
      </dsp:txBody>
      <dsp:txXfrm>
        <a:off x="78583" y="2435142"/>
        <a:ext cx="2399612" cy="720000"/>
      </dsp:txXfrm>
    </dsp:sp>
    <dsp:sp modelId="{F7AD35B0-496E-427C-823D-8E1171318888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9356A-AB95-4BD8-8056-A96B8105936E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Aucune pression, aucun quota, aucune obligation d'achat.</a:t>
          </a:r>
        </a:p>
      </dsp:txBody>
      <dsp:txXfrm>
        <a:off x="2898129" y="2435142"/>
        <a:ext cx="2399612" cy="720000"/>
      </dsp:txXfrm>
    </dsp:sp>
    <dsp:sp modelId="{62CD59D3-F184-4D2C-8C0B-342FFBCC2FAD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545FF-96AC-4294-B3F6-AB35D1781D1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Vous êtes rémunéré sur l'activité réelle de votre réseau.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9DBAB-AC6B-49D9-BA0E-978D2E13911A}">
      <dsp:nvSpPr>
        <dsp:cNvPr id="0" name=""/>
        <dsp:cNvSpPr/>
      </dsp:nvSpPr>
      <dsp:spPr>
        <a:xfrm>
          <a:off x="2369600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500" kern="1200" noProof="0" dirty="0"/>
        </a:p>
      </dsp:txBody>
      <dsp:txXfrm>
        <a:off x="2612689" y="1112159"/>
        <a:ext cx="27198" cy="5439"/>
      </dsp:txXfrm>
    </dsp:sp>
    <dsp:sp modelId="{D856CA17-88D3-408F-950A-3E012EDF7F44}">
      <dsp:nvSpPr>
        <dsp:cNvPr id="0" name=""/>
        <dsp:cNvSpPr/>
      </dsp:nvSpPr>
      <dsp:spPr>
        <a:xfrm>
          <a:off x="6282" y="4053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- Vous référez des consommateurs</a:t>
          </a:r>
        </a:p>
      </dsp:txBody>
      <dsp:txXfrm>
        <a:off x="6282" y="405343"/>
        <a:ext cx="2365117" cy="1419070"/>
      </dsp:txXfrm>
    </dsp:sp>
    <dsp:sp modelId="{932A0E16-0861-4A9A-985D-E712729F986B}">
      <dsp:nvSpPr>
        <dsp:cNvPr id="0" name=""/>
        <dsp:cNvSpPr/>
      </dsp:nvSpPr>
      <dsp:spPr>
        <a:xfrm>
          <a:off x="5278694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500" kern="1200" noProof="0" dirty="0"/>
        </a:p>
      </dsp:txBody>
      <dsp:txXfrm>
        <a:off x="5521783" y="1112159"/>
        <a:ext cx="27198" cy="5439"/>
      </dsp:txXfrm>
    </dsp:sp>
    <dsp:sp modelId="{81A4BB2F-7932-49BE-BE7F-DB90A216B10F}">
      <dsp:nvSpPr>
        <dsp:cNvPr id="0" name=""/>
        <dsp:cNvSpPr/>
      </dsp:nvSpPr>
      <dsp:spPr>
        <a:xfrm>
          <a:off x="2915376" y="405343"/>
          <a:ext cx="2365117" cy="141907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- Vous référez des commerçants</a:t>
          </a:r>
        </a:p>
      </dsp:txBody>
      <dsp:txXfrm>
        <a:off x="2915376" y="405343"/>
        <a:ext cx="2365117" cy="1419070"/>
      </dsp:txXfrm>
    </dsp:sp>
    <dsp:sp modelId="{345CE0E7-007E-4910-BC4A-6E8A3E8D471A}">
      <dsp:nvSpPr>
        <dsp:cNvPr id="0" name=""/>
        <dsp:cNvSpPr/>
      </dsp:nvSpPr>
      <dsp:spPr>
        <a:xfrm>
          <a:off x="1188841" y="18226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500" kern="1200" noProof="0" dirty="0"/>
        </a:p>
      </dsp:txBody>
      <dsp:txXfrm>
        <a:off x="3951846" y="2076582"/>
        <a:ext cx="292178" cy="5439"/>
      </dsp:txXfrm>
    </dsp:sp>
    <dsp:sp modelId="{2042EAB5-E4CE-4408-B2A6-B7D9C2BE8473}">
      <dsp:nvSpPr>
        <dsp:cNvPr id="0" name=""/>
        <dsp:cNvSpPr/>
      </dsp:nvSpPr>
      <dsp:spPr>
        <a:xfrm>
          <a:off x="5824470" y="405343"/>
          <a:ext cx="2365117" cy="141907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- Vous référez des affiliés</a:t>
          </a:r>
        </a:p>
      </dsp:txBody>
      <dsp:txXfrm>
        <a:off x="5824470" y="405343"/>
        <a:ext cx="2365117" cy="1419070"/>
      </dsp:txXfrm>
    </dsp:sp>
    <dsp:sp modelId="{AF2BD9CF-0C2F-4083-94D8-04066EBA52A9}">
      <dsp:nvSpPr>
        <dsp:cNvPr id="0" name=""/>
        <dsp:cNvSpPr/>
      </dsp:nvSpPr>
      <dsp:spPr>
        <a:xfrm>
          <a:off x="2369600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500" kern="1200" noProof="0" dirty="0"/>
        </a:p>
      </dsp:txBody>
      <dsp:txXfrm>
        <a:off x="2612689" y="3075206"/>
        <a:ext cx="27198" cy="5439"/>
      </dsp:txXfrm>
    </dsp:sp>
    <dsp:sp modelId="{03318968-8AEF-4380-8C2E-B6F99F4FA233}">
      <dsp:nvSpPr>
        <dsp:cNvPr id="0" name=""/>
        <dsp:cNvSpPr/>
      </dsp:nvSpPr>
      <dsp:spPr>
        <a:xfrm>
          <a:off x="6282" y="2368390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- RabaisLocal prends la relève et s’occupe de vos références</a:t>
          </a:r>
        </a:p>
      </dsp:txBody>
      <dsp:txXfrm>
        <a:off x="6282" y="2368390"/>
        <a:ext cx="2365117" cy="1419070"/>
      </dsp:txXfrm>
    </dsp:sp>
    <dsp:sp modelId="{B02DA95C-5E79-4457-8D65-BAF8CD4C4AD0}">
      <dsp:nvSpPr>
        <dsp:cNvPr id="0" name=""/>
        <dsp:cNvSpPr/>
      </dsp:nvSpPr>
      <dsp:spPr>
        <a:xfrm>
          <a:off x="2915376" y="2368390"/>
          <a:ext cx="2365117" cy="141907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Vous gagnez des revenus à vie sur les achats  de votre réseau.</a:t>
          </a:r>
        </a:p>
      </dsp:txBody>
      <dsp:txXfrm>
        <a:off x="2915376" y="2368390"/>
        <a:ext cx="2365117" cy="14190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AFE3F-3ACF-44D1-86A5-4BBE2F972622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F859E-8F80-44C4-94EB-607E1BBFF367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1. Commissions personnelles (vos référés directs)</a:t>
          </a:r>
        </a:p>
      </dsp:txBody>
      <dsp:txXfrm>
        <a:off x="78583" y="2435142"/>
        <a:ext cx="2399612" cy="720000"/>
      </dsp:txXfrm>
    </dsp:sp>
    <dsp:sp modelId="{198811D9-228C-4702-BDA8-BD18C2AAA54E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07968-3D89-4D68-BD4B-7B4106DEE999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2. Commissions d’équipe (votre organisation sur plusieurs niveaux)</a:t>
          </a:r>
        </a:p>
      </dsp:txBody>
      <dsp:txXfrm>
        <a:off x="2898129" y="2435142"/>
        <a:ext cx="2399612" cy="720000"/>
      </dsp:txXfrm>
    </dsp:sp>
    <dsp:sp modelId="{680CD6BF-70F5-4F40-A220-8E6E118816E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B7D22-8010-4DE3-8A2B-A632224116EB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Les deux grandissent avec le temps.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777B2-BD44-4572-84D4-36E2F37EBA31}">
      <dsp:nvSpPr>
        <dsp:cNvPr id="0" name=""/>
        <dsp:cNvSpPr/>
      </dsp:nvSpPr>
      <dsp:spPr>
        <a:xfrm>
          <a:off x="37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9C80DA-4F97-40E1-A0CE-8E36CD7C02B5}">
      <dsp:nvSpPr>
        <dsp:cNvPr id="0" name=""/>
        <dsp:cNvSpPr/>
      </dsp:nvSpPr>
      <dsp:spPr>
        <a:xfrm>
          <a:off x="61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6C0E6-9F91-4E03-82E9-712B73A3CB7F}">
      <dsp:nvSpPr>
        <dsp:cNvPr id="0" name=""/>
        <dsp:cNvSpPr/>
      </dsp:nvSpPr>
      <dsp:spPr>
        <a:xfrm>
          <a:off x="2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kern="1200" noProof="0" dirty="0"/>
            <a:t>- Gagnées sur les consommateurs référés qui achètent des crédits ou forfaits</a:t>
          </a:r>
        </a:p>
      </dsp:txBody>
      <dsp:txXfrm>
        <a:off x="25435" y="2204702"/>
        <a:ext cx="1800000" cy="720000"/>
      </dsp:txXfrm>
    </dsp:sp>
    <dsp:sp modelId="{BF882DB7-579D-4747-9658-4D3F140ADDA2}">
      <dsp:nvSpPr>
        <dsp:cNvPr id="0" name=""/>
        <dsp:cNvSpPr/>
      </dsp:nvSpPr>
      <dsp:spPr>
        <a:xfrm>
          <a:off x="249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AB206F-1D88-4B24-8290-0F45A9EBED89}">
      <dsp:nvSpPr>
        <dsp:cNvPr id="0" name=""/>
        <dsp:cNvSpPr/>
      </dsp:nvSpPr>
      <dsp:spPr>
        <a:xfrm>
          <a:off x="272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8060B-EEC3-49D9-8586-26759C0686DF}">
      <dsp:nvSpPr>
        <dsp:cNvPr id="0" name=""/>
        <dsp:cNvSpPr/>
      </dsp:nvSpPr>
      <dsp:spPr>
        <a:xfrm>
          <a:off x="214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kern="1200" noProof="0" dirty="0"/>
            <a:t>- Gagnées sur les commerçants référés qui achètent des forfaits ou des publicités</a:t>
          </a:r>
        </a:p>
      </dsp:txBody>
      <dsp:txXfrm>
        <a:off x="2140435" y="2204702"/>
        <a:ext cx="1800000" cy="720000"/>
      </dsp:txXfrm>
    </dsp:sp>
    <dsp:sp modelId="{F3B498F1-1790-4128-BF28-A43ABE3537B6}">
      <dsp:nvSpPr>
        <dsp:cNvPr id="0" name=""/>
        <dsp:cNvSpPr/>
      </dsp:nvSpPr>
      <dsp:spPr>
        <a:xfrm>
          <a:off x="460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C62BC-D1DD-426E-9F35-CAEF294DD61D}">
      <dsp:nvSpPr>
        <dsp:cNvPr id="0" name=""/>
        <dsp:cNvSpPr/>
      </dsp:nvSpPr>
      <dsp:spPr>
        <a:xfrm>
          <a:off x="484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B6AA5-935C-466E-B332-725CB0854A1A}">
      <dsp:nvSpPr>
        <dsp:cNvPr id="0" name=""/>
        <dsp:cNvSpPr/>
      </dsp:nvSpPr>
      <dsp:spPr>
        <a:xfrm>
          <a:off x="425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kern="1200" noProof="0" dirty="0"/>
            <a:t>- Aucune commission gagné pour le recrutement d’affilié </a:t>
          </a:r>
        </a:p>
      </dsp:txBody>
      <dsp:txXfrm>
        <a:off x="4255435" y="2204702"/>
        <a:ext cx="1800000" cy="720000"/>
      </dsp:txXfrm>
    </dsp:sp>
    <dsp:sp modelId="{1BF3D740-3CE0-4E90-AA65-90649A0A3402}">
      <dsp:nvSpPr>
        <dsp:cNvPr id="0" name=""/>
        <dsp:cNvSpPr/>
      </dsp:nvSpPr>
      <dsp:spPr>
        <a:xfrm>
          <a:off x="672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DC898-8A9B-429D-8BCD-E15BD7BFC16F}">
      <dsp:nvSpPr>
        <dsp:cNvPr id="0" name=""/>
        <dsp:cNvSpPr/>
      </dsp:nvSpPr>
      <dsp:spPr>
        <a:xfrm>
          <a:off x="695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B2D49-8EB9-443B-BB12-8A8A99B288C7}">
      <dsp:nvSpPr>
        <dsp:cNvPr id="0" name=""/>
        <dsp:cNvSpPr/>
      </dsp:nvSpPr>
      <dsp:spPr>
        <a:xfrm>
          <a:off x="637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kern="1200" noProof="0" dirty="0"/>
            <a:t>Revenus simples et durables.</a:t>
          </a:r>
        </a:p>
      </dsp:txBody>
      <dsp:txXfrm>
        <a:off x="6370435" y="22047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CCD81-9A0E-4DD2-8448-340901B6E127}">
      <dsp:nvSpPr>
        <dsp:cNvPr id="0" name=""/>
        <dsp:cNvSpPr/>
      </dsp:nvSpPr>
      <dsp:spPr>
        <a:xfrm>
          <a:off x="872219" y="267732"/>
          <a:ext cx="1377000" cy="1377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7222D-DADD-480B-A727-8C8ED85E5941}">
      <dsp:nvSpPr>
        <dsp:cNvPr id="0" name=""/>
        <dsp:cNvSpPr/>
      </dsp:nvSpPr>
      <dsp:spPr>
        <a:xfrm>
          <a:off x="0" y="1446820"/>
          <a:ext cx="306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Lorsque votre équipe invite d’autres personnes, vous êtes payé sur plusieurs niveaux.</a:t>
          </a:r>
        </a:p>
      </dsp:txBody>
      <dsp:txXfrm>
        <a:off x="0" y="1446820"/>
        <a:ext cx="3060000" cy="720000"/>
      </dsp:txXfrm>
    </dsp:sp>
    <dsp:sp modelId="{EF5158D6-3C1F-4A2E-A8D9-9E83B085AC33}">
      <dsp:nvSpPr>
        <dsp:cNvPr id="0" name=""/>
        <dsp:cNvSpPr/>
      </dsp:nvSpPr>
      <dsp:spPr>
        <a:xfrm>
          <a:off x="4467719" y="267732"/>
          <a:ext cx="1377000" cy="1377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44461-D91C-4DB8-AD51-89F8BFAC74F3}">
      <dsp:nvSpPr>
        <dsp:cNvPr id="0" name=""/>
        <dsp:cNvSpPr/>
      </dsp:nvSpPr>
      <dsp:spPr>
        <a:xfrm>
          <a:off x="3656939" y="1545143"/>
          <a:ext cx="306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Votre profondeur payée augmente selon votre rang.</a:t>
          </a:r>
        </a:p>
      </dsp:txBody>
      <dsp:txXfrm>
        <a:off x="3656939" y="1545143"/>
        <a:ext cx="306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914D23-748D-435B-956C-522A7725C09A}">
      <dsp:nvSpPr>
        <dsp:cNvPr id="0" name=""/>
        <dsp:cNvSpPr/>
      </dsp:nvSpPr>
      <dsp:spPr>
        <a:xfrm rot="5400000">
          <a:off x="-165506" y="171812"/>
          <a:ext cx="1103374" cy="772361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 noProof="0" dirty="0"/>
            <a:t>Consommateur</a:t>
          </a:r>
        </a:p>
      </dsp:txBody>
      <dsp:txXfrm rot="-5400000">
        <a:off x="1" y="392487"/>
        <a:ext cx="772361" cy="331013"/>
      </dsp:txXfrm>
    </dsp:sp>
    <dsp:sp modelId="{56FC7474-446C-4DF0-9957-DCEC04F094AF}">
      <dsp:nvSpPr>
        <dsp:cNvPr id="0" name=""/>
        <dsp:cNvSpPr/>
      </dsp:nvSpPr>
      <dsp:spPr>
        <a:xfrm rot="5400000">
          <a:off x="1782642" y="-1000036"/>
          <a:ext cx="717193" cy="2737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>
              <a:solidFill>
                <a:srgbClr val="C00000"/>
              </a:solidFill>
            </a:rPr>
            <a:t>N1</a:t>
          </a:r>
          <a:r>
            <a:rPr lang="fr-CA" sz="1400" kern="1200" noProof="0" dirty="0"/>
            <a:t>(10%)</a:t>
          </a:r>
          <a:endParaRPr lang="fr-CA" sz="1600" kern="1200" noProof="0" dirty="0"/>
        </a:p>
      </dsp:txBody>
      <dsp:txXfrm rot="-5400000">
        <a:off x="772361" y="45255"/>
        <a:ext cx="2702745" cy="647173"/>
      </dsp:txXfrm>
    </dsp:sp>
    <dsp:sp modelId="{8FD10B68-6B43-4704-BDCC-B942A77E3997}">
      <dsp:nvSpPr>
        <dsp:cNvPr id="0" name=""/>
        <dsp:cNvSpPr/>
      </dsp:nvSpPr>
      <dsp:spPr>
        <a:xfrm rot="5400000">
          <a:off x="-165506" y="1134865"/>
          <a:ext cx="1103374" cy="772361"/>
        </a:xfrm>
        <a:prstGeom prst="chevron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 noProof="0" dirty="0"/>
            <a:t>Explorateur</a:t>
          </a:r>
        </a:p>
      </dsp:txBody>
      <dsp:txXfrm rot="-5400000">
        <a:off x="1" y="1355540"/>
        <a:ext cx="772361" cy="331013"/>
      </dsp:txXfrm>
    </dsp:sp>
    <dsp:sp modelId="{DA4EEF17-FFE6-4A59-8173-40591B9EF88D}">
      <dsp:nvSpPr>
        <dsp:cNvPr id="0" name=""/>
        <dsp:cNvSpPr/>
      </dsp:nvSpPr>
      <dsp:spPr>
        <a:xfrm rot="5400000">
          <a:off x="1782642" y="-40921"/>
          <a:ext cx="717193" cy="2737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>
              <a:solidFill>
                <a:srgbClr val="C00000"/>
              </a:solidFill>
            </a:rPr>
            <a:t>N1</a:t>
          </a:r>
          <a:r>
            <a:rPr lang="fr-CA" sz="1400" kern="1200" noProof="0" dirty="0"/>
            <a:t>(15%)</a:t>
          </a:r>
          <a:endParaRPr lang="fr-CA" sz="1600" kern="1200" noProof="0" dirty="0"/>
        </a:p>
      </dsp:txBody>
      <dsp:txXfrm rot="-5400000">
        <a:off x="772361" y="1004370"/>
        <a:ext cx="2702745" cy="647173"/>
      </dsp:txXfrm>
    </dsp:sp>
    <dsp:sp modelId="{A7B14A73-1840-4B97-936D-C5398E03F252}">
      <dsp:nvSpPr>
        <dsp:cNvPr id="0" name=""/>
        <dsp:cNvSpPr/>
      </dsp:nvSpPr>
      <dsp:spPr>
        <a:xfrm rot="5400000">
          <a:off x="-165506" y="2097917"/>
          <a:ext cx="1103374" cy="772361"/>
        </a:xfrm>
        <a:prstGeom prst="chevron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 noProof="0" dirty="0"/>
            <a:t>Bâtisseur</a:t>
          </a:r>
        </a:p>
      </dsp:txBody>
      <dsp:txXfrm rot="-5400000">
        <a:off x="1" y="2318592"/>
        <a:ext cx="772361" cy="331013"/>
      </dsp:txXfrm>
    </dsp:sp>
    <dsp:sp modelId="{3BDF58DA-2B4C-45D2-953E-2BE7357C7889}">
      <dsp:nvSpPr>
        <dsp:cNvPr id="0" name=""/>
        <dsp:cNvSpPr/>
      </dsp:nvSpPr>
      <dsp:spPr>
        <a:xfrm rot="5400000">
          <a:off x="1782642" y="922130"/>
          <a:ext cx="717193" cy="2737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>
              <a:solidFill>
                <a:srgbClr val="C00000"/>
              </a:solidFill>
            </a:rPr>
            <a:t>N1(</a:t>
          </a:r>
          <a:r>
            <a:rPr lang="fr-CA" sz="1400" kern="1200" noProof="0" dirty="0"/>
            <a:t>18%) / </a:t>
          </a:r>
          <a:r>
            <a:rPr lang="fr-CA" sz="1600" kern="1200" noProof="0" dirty="0">
              <a:solidFill>
                <a:srgbClr val="C00000"/>
              </a:solidFill>
            </a:rPr>
            <a:t>N2</a:t>
          </a:r>
          <a:r>
            <a:rPr lang="fr-CA" sz="1400" kern="1200" noProof="0" dirty="0">
              <a:solidFill>
                <a:schemeClr val="tx1"/>
              </a:solidFill>
            </a:rPr>
            <a:t>(</a:t>
          </a:r>
          <a:r>
            <a:rPr lang="fr-CA" sz="1400" kern="1200" noProof="0" dirty="0"/>
            <a:t>5%)</a:t>
          </a:r>
          <a:endParaRPr lang="fr-CA" sz="1600" kern="1200" noProof="0" dirty="0"/>
        </a:p>
      </dsp:txBody>
      <dsp:txXfrm rot="-5400000">
        <a:off x="772361" y="1967421"/>
        <a:ext cx="2702745" cy="647173"/>
      </dsp:txXfrm>
    </dsp:sp>
    <dsp:sp modelId="{17BF045A-C82D-4F09-874C-5DBE29F8887B}">
      <dsp:nvSpPr>
        <dsp:cNvPr id="0" name=""/>
        <dsp:cNvSpPr/>
      </dsp:nvSpPr>
      <dsp:spPr>
        <a:xfrm rot="5400000">
          <a:off x="-165506" y="3060969"/>
          <a:ext cx="1103374" cy="772361"/>
        </a:xfrm>
        <a:prstGeom prst="chevron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 noProof="0" dirty="0"/>
            <a:t>Coordonnateur</a:t>
          </a:r>
        </a:p>
      </dsp:txBody>
      <dsp:txXfrm rot="-5400000">
        <a:off x="1" y="3281644"/>
        <a:ext cx="772361" cy="331013"/>
      </dsp:txXfrm>
    </dsp:sp>
    <dsp:sp modelId="{EBC6AE47-752D-485B-A7DF-6DFEE30596F3}">
      <dsp:nvSpPr>
        <dsp:cNvPr id="0" name=""/>
        <dsp:cNvSpPr/>
      </dsp:nvSpPr>
      <dsp:spPr>
        <a:xfrm rot="5400000">
          <a:off x="1782642" y="1813162"/>
          <a:ext cx="717193" cy="2737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CA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>
              <a:solidFill>
                <a:srgbClr val="C00000"/>
              </a:solidFill>
            </a:rPr>
            <a:t>N1(</a:t>
          </a:r>
          <a:r>
            <a:rPr lang="fr-CA" sz="1600" kern="1200" noProof="0" dirty="0"/>
            <a:t>20%) / </a:t>
          </a:r>
          <a:r>
            <a:rPr lang="fr-CA" sz="1600" kern="1200" noProof="0" dirty="0">
              <a:solidFill>
                <a:srgbClr val="C00000"/>
              </a:solidFill>
            </a:rPr>
            <a:t>N2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6%) / </a:t>
          </a:r>
          <a:r>
            <a:rPr lang="fr-CA" sz="1600" kern="1200" noProof="0" dirty="0">
              <a:solidFill>
                <a:srgbClr val="C00000"/>
              </a:solidFill>
            </a:rPr>
            <a:t>N3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4%)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>
              <a:solidFill>
                <a:srgbClr val="C00000"/>
              </a:solidFill>
            </a:rPr>
            <a:t>N4</a:t>
          </a:r>
          <a:r>
            <a:rPr lang="fr-CA" sz="1600" kern="1200" noProof="0" dirty="0"/>
            <a:t>(2%)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CA" sz="2000" kern="1200" noProof="0" dirty="0"/>
        </a:p>
      </dsp:txBody>
      <dsp:txXfrm rot="-5400000">
        <a:off x="772361" y="2858453"/>
        <a:ext cx="2702745" cy="647173"/>
      </dsp:txXfrm>
    </dsp:sp>
    <dsp:sp modelId="{E1639274-F783-4252-BA1F-2F4648907E8E}">
      <dsp:nvSpPr>
        <dsp:cNvPr id="0" name=""/>
        <dsp:cNvSpPr/>
      </dsp:nvSpPr>
      <dsp:spPr>
        <a:xfrm rot="5400000">
          <a:off x="-165506" y="4024022"/>
          <a:ext cx="1103374" cy="772361"/>
        </a:xfrm>
        <a:prstGeom prst="chevron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 noProof="0" dirty="0"/>
            <a:t>Gérant Territoire</a:t>
          </a:r>
        </a:p>
      </dsp:txBody>
      <dsp:txXfrm rot="-5400000">
        <a:off x="1" y="4244697"/>
        <a:ext cx="772361" cy="331013"/>
      </dsp:txXfrm>
    </dsp:sp>
    <dsp:sp modelId="{EDB58F9E-D28C-4D17-95D4-50CE945679DD}">
      <dsp:nvSpPr>
        <dsp:cNvPr id="0" name=""/>
        <dsp:cNvSpPr/>
      </dsp:nvSpPr>
      <dsp:spPr>
        <a:xfrm rot="5400000">
          <a:off x="1782642" y="2818765"/>
          <a:ext cx="717193" cy="2737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CA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>
              <a:solidFill>
                <a:srgbClr val="C00000"/>
              </a:solidFill>
            </a:rPr>
            <a:t>N1(</a:t>
          </a:r>
          <a:r>
            <a:rPr lang="fr-CA" sz="1600" kern="1200" noProof="0" dirty="0"/>
            <a:t>22%) / </a:t>
          </a:r>
          <a:r>
            <a:rPr lang="fr-CA" sz="1600" kern="1200" noProof="0" dirty="0">
              <a:solidFill>
                <a:srgbClr val="C00000"/>
              </a:solidFill>
            </a:rPr>
            <a:t>N2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7%) / </a:t>
          </a:r>
          <a:r>
            <a:rPr lang="fr-CA" sz="1600" kern="1200" noProof="0" dirty="0">
              <a:solidFill>
                <a:srgbClr val="C00000"/>
              </a:solidFill>
            </a:rPr>
            <a:t>N3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5%)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noProof="0" dirty="0">
              <a:solidFill>
                <a:srgbClr val="C00000"/>
              </a:solidFill>
            </a:rPr>
            <a:t>N4</a:t>
          </a:r>
          <a:r>
            <a:rPr lang="fr-CA" sz="1600" kern="1200" noProof="0" dirty="0"/>
            <a:t>(3%) / </a:t>
          </a:r>
          <a:r>
            <a:rPr lang="fr-CA" sz="1600" kern="1200" noProof="0" dirty="0">
              <a:solidFill>
                <a:srgbClr val="C00000"/>
              </a:solidFill>
            </a:rPr>
            <a:t>N5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2%) / </a:t>
          </a:r>
          <a:r>
            <a:rPr lang="fr-CA" sz="1600" kern="1200" noProof="0" dirty="0">
              <a:solidFill>
                <a:srgbClr val="C00000"/>
              </a:solidFill>
            </a:rPr>
            <a:t>N6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1%)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CA" sz="2000" kern="1200" noProof="0" dirty="0"/>
        </a:p>
      </dsp:txBody>
      <dsp:txXfrm rot="-5400000">
        <a:off x="772361" y="3864056"/>
        <a:ext cx="2702745" cy="64717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6462D-2ABD-4773-BE2D-A3EE34BBECDF}">
      <dsp:nvSpPr>
        <dsp:cNvPr id="0" name=""/>
        <dsp:cNvSpPr/>
      </dsp:nvSpPr>
      <dsp:spPr>
        <a:xfrm rot="5400000">
          <a:off x="-271177" y="273417"/>
          <a:ext cx="1807847" cy="126549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Directeur</a:t>
          </a:r>
        </a:p>
      </dsp:txBody>
      <dsp:txXfrm rot="-5400000">
        <a:off x="1" y="634987"/>
        <a:ext cx="1265493" cy="542354"/>
      </dsp:txXfrm>
    </dsp:sp>
    <dsp:sp modelId="{F642D4BA-A674-4997-9215-A845E33361FC}">
      <dsp:nvSpPr>
        <dsp:cNvPr id="0" name=""/>
        <dsp:cNvSpPr/>
      </dsp:nvSpPr>
      <dsp:spPr>
        <a:xfrm rot="5400000">
          <a:off x="1800254" y="-534761"/>
          <a:ext cx="1175100" cy="22446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>
              <a:solidFill>
                <a:srgbClr val="C00000"/>
              </a:solidFill>
            </a:rPr>
            <a:t>N1(</a:t>
          </a:r>
          <a:r>
            <a:rPr lang="fr-CA" sz="1600" kern="1200" noProof="0" dirty="0"/>
            <a:t>22%) </a:t>
          </a:r>
          <a:r>
            <a:rPr lang="fr-CA" sz="1600" kern="1200" noProof="0" dirty="0">
              <a:solidFill>
                <a:srgbClr val="C00000"/>
              </a:solidFill>
            </a:rPr>
            <a:t>N2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8%) </a:t>
          </a:r>
          <a:r>
            <a:rPr lang="fr-CA" sz="1600" kern="1200" noProof="0" dirty="0">
              <a:solidFill>
                <a:srgbClr val="C00000"/>
              </a:solidFill>
            </a:rPr>
            <a:t>N3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5%) </a:t>
          </a:r>
          <a:r>
            <a:rPr lang="fr-CA" sz="1600" kern="1200" noProof="0" dirty="0">
              <a:solidFill>
                <a:srgbClr val="C00000"/>
              </a:solidFill>
            </a:rPr>
            <a:t>N4</a:t>
          </a:r>
          <a:r>
            <a:rPr lang="fr-CA" sz="1600" kern="1200" noProof="0" dirty="0"/>
            <a:t>(4%) </a:t>
          </a:r>
          <a:r>
            <a:rPr lang="fr-CA" sz="1600" kern="1200" noProof="0" dirty="0">
              <a:solidFill>
                <a:srgbClr val="C00000"/>
              </a:solidFill>
            </a:rPr>
            <a:t>N5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4%) </a:t>
          </a:r>
          <a:r>
            <a:rPr lang="fr-CA" sz="1600" kern="1200" noProof="0" dirty="0">
              <a:solidFill>
                <a:srgbClr val="C00000"/>
              </a:solidFill>
            </a:rPr>
            <a:t>N6-9</a:t>
          </a:r>
          <a:r>
            <a:rPr lang="fr-CA" sz="1600" kern="1200" noProof="0" dirty="0">
              <a:solidFill>
                <a:schemeClr val="tx1"/>
              </a:solidFill>
            </a:rPr>
            <a:t>(</a:t>
          </a:r>
          <a:r>
            <a:rPr lang="fr-CA" sz="1600" kern="1200" noProof="0" dirty="0"/>
            <a:t>1%)</a:t>
          </a:r>
        </a:p>
      </dsp:txBody>
      <dsp:txXfrm rot="-5400000">
        <a:off x="1265493" y="57364"/>
        <a:ext cx="2187259" cy="1060372"/>
      </dsp:txXfrm>
    </dsp:sp>
    <dsp:sp modelId="{EE1428FC-3465-4770-8F2E-C8785DE281D0}">
      <dsp:nvSpPr>
        <dsp:cNvPr id="0" name=""/>
        <dsp:cNvSpPr/>
      </dsp:nvSpPr>
      <dsp:spPr>
        <a:xfrm rot="5400000">
          <a:off x="-271177" y="1851351"/>
          <a:ext cx="1807847" cy="1265493"/>
        </a:xfrm>
        <a:prstGeom prst="chevron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Président</a:t>
          </a:r>
        </a:p>
      </dsp:txBody>
      <dsp:txXfrm rot="-5400000">
        <a:off x="1" y="2212921"/>
        <a:ext cx="1265493" cy="542354"/>
      </dsp:txXfrm>
    </dsp:sp>
    <dsp:sp modelId="{7C1D5EE6-3156-4FF8-89C6-F931A605E259}">
      <dsp:nvSpPr>
        <dsp:cNvPr id="0" name=""/>
        <dsp:cNvSpPr/>
      </dsp:nvSpPr>
      <dsp:spPr>
        <a:xfrm rot="5400000">
          <a:off x="1800254" y="1045413"/>
          <a:ext cx="1175100" cy="22446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noProof="0" dirty="0">
              <a:solidFill>
                <a:srgbClr val="C00000"/>
              </a:solidFill>
            </a:rPr>
            <a:t>N1(</a:t>
          </a:r>
          <a:r>
            <a:rPr lang="fr-CA" sz="1800" kern="1200" noProof="0" dirty="0"/>
            <a:t>25%) </a:t>
          </a:r>
          <a:r>
            <a:rPr lang="fr-CA" sz="1800" kern="1200" noProof="0" dirty="0">
              <a:solidFill>
                <a:srgbClr val="C00000"/>
              </a:solidFill>
            </a:rPr>
            <a:t>N2</a:t>
          </a:r>
          <a:r>
            <a:rPr lang="fr-CA" sz="1800" kern="1200" noProof="0" dirty="0">
              <a:solidFill>
                <a:schemeClr val="tx1"/>
              </a:solidFill>
            </a:rPr>
            <a:t>(</a:t>
          </a:r>
          <a:r>
            <a:rPr lang="fr-CA" sz="1800" kern="1200" noProof="0" dirty="0"/>
            <a:t>10%) </a:t>
          </a:r>
          <a:r>
            <a:rPr lang="fr-CA" sz="1800" kern="1200" noProof="0" dirty="0">
              <a:solidFill>
                <a:srgbClr val="C00000"/>
              </a:solidFill>
            </a:rPr>
            <a:t>N3</a:t>
          </a:r>
          <a:r>
            <a:rPr lang="fr-CA" sz="1800" kern="1200" noProof="0" dirty="0">
              <a:solidFill>
                <a:schemeClr val="tx1"/>
              </a:solidFill>
            </a:rPr>
            <a:t>(</a:t>
          </a:r>
          <a:r>
            <a:rPr lang="fr-CA" sz="1800" kern="1200" noProof="0" dirty="0"/>
            <a:t>7%) </a:t>
          </a:r>
          <a:r>
            <a:rPr lang="fr-CA" sz="1800" kern="1200" noProof="0" dirty="0">
              <a:solidFill>
                <a:srgbClr val="C00000"/>
              </a:solidFill>
            </a:rPr>
            <a:t>N4</a:t>
          </a:r>
          <a:r>
            <a:rPr lang="fr-CA" sz="1800" kern="1200" noProof="0" dirty="0"/>
            <a:t>(5%) </a:t>
          </a:r>
          <a:r>
            <a:rPr lang="fr-CA" sz="1800" kern="1200" noProof="0" dirty="0">
              <a:solidFill>
                <a:srgbClr val="C00000"/>
              </a:solidFill>
            </a:rPr>
            <a:t>N5</a:t>
          </a:r>
          <a:r>
            <a:rPr lang="fr-CA" sz="1800" kern="1200" noProof="0" dirty="0">
              <a:solidFill>
                <a:schemeClr val="tx1"/>
              </a:solidFill>
            </a:rPr>
            <a:t>(</a:t>
          </a:r>
          <a:r>
            <a:rPr lang="fr-CA" sz="1800" kern="1200" noProof="0" dirty="0"/>
            <a:t>3%) </a:t>
          </a:r>
          <a:r>
            <a:rPr lang="fr-CA" sz="1800" kern="1200" noProof="0" dirty="0">
              <a:solidFill>
                <a:srgbClr val="C00000"/>
              </a:solidFill>
            </a:rPr>
            <a:t>N6-10</a:t>
          </a:r>
          <a:r>
            <a:rPr lang="fr-CA" sz="1800" kern="1200" noProof="0" dirty="0">
              <a:solidFill>
                <a:schemeClr val="tx1"/>
              </a:solidFill>
            </a:rPr>
            <a:t>(</a:t>
          </a:r>
          <a:r>
            <a:rPr lang="fr-CA" sz="1800" kern="1200" noProof="0" dirty="0"/>
            <a:t>1%)</a:t>
          </a:r>
        </a:p>
      </dsp:txBody>
      <dsp:txXfrm rot="-5400000">
        <a:off x="1265493" y="1637538"/>
        <a:ext cx="2187259" cy="1060372"/>
      </dsp:txXfrm>
    </dsp:sp>
    <dsp:sp modelId="{2110CD93-7887-4C37-9821-166E009451A2}">
      <dsp:nvSpPr>
        <dsp:cNvPr id="0" name=""/>
        <dsp:cNvSpPr/>
      </dsp:nvSpPr>
      <dsp:spPr>
        <a:xfrm rot="5400000">
          <a:off x="-271177" y="3429285"/>
          <a:ext cx="1807847" cy="1265493"/>
        </a:xfrm>
        <a:prstGeom prst="chevron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noProof="0" dirty="0"/>
            <a:t>Ambassadeur</a:t>
          </a:r>
        </a:p>
      </dsp:txBody>
      <dsp:txXfrm rot="-5400000">
        <a:off x="1" y="3790855"/>
        <a:ext cx="1265493" cy="542354"/>
      </dsp:txXfrm>
    </dsp:sp>
    <dsp:sp modelId="{FE1B075C-BE2F-4203-9C9D-071B53267E30}">
      <dsp:nvSpPr>
        <dsp:cNvPr id="0" name=""/>
        <dsp:cNvSpPr/>
      </dsp:nvSpPr>
      <dsp:spPr>
        <a:xfrm rot="5400000">
          <a:off x="1800254" y="2623347"/>
          <a:ext cx="1175100" cy="22446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noProof="0" dirty="0">
              <a:solidFill>
                <a:srgbClr val="C00000"/>
              </a:solidFill>
            </a:rPr>
            <a:t>N1(</a:t>
          </a:r>
          <a:r>
            <a:rPr lang="fr-CA" sz="1800" kern="1200" noProof="0" dirty="0"/>
            <a:t>30%) </a:t>
          </a:r>
          <a:r>
            <a:rPr lang="fr-CA" sz="1800" kern="1200" noProof="0" dirty="0">
              <a:solidFill>
                <a:srgbClr val="C00000"/>
              </a:solidFill>
            </a:rPr>
            <a:t>N2</a:t>
          </a:r>
          <a:r>
            <a:rPr lang="fr-CA" sz="1800" kern="1200" noProof="0" dirty="0">
              <a:solidFill>
                <a:schemeClr val="tx1"/>
              </a:solidFill>
            </a:rPr>
            <a:t>(</a:t>
          </a:r>
          <a:r>
            <a:rPr lang="fr-CA" sz="1800" kern="1200" noProof="0" dirty="0"/>
            <a:t>12%) </a:t>
          </a:r>
          <a:r>
            <a:rPr lang="fr-CA" sz="1800" kern="1200" noProof="0" dirty="0">
              <a:solidFill>
                <a:srgbClr val="C00000"/>
              </a:solidFill>
            </a:rPr>
            <a:t>N3</a:t>
          </a:r>
          <a:r>
            <a:rPr lang="fr-CA" sz="1800" kern="1200" noProof="0" dirty="0">
              <a:solidFill>
                <a:schemeClr val="tx1"/>
              </a:solidFill>
            </a:rPr>
            <a:t>(</a:t>
          </a:r>
          <a:r>
            <a:rPr lang="fr-CA" sz="1800" kern="1200" noProof="0" dirty="0"/>
            <a:t>10%) </a:t>
          </a:r>
          <a:r>
            <a:rPr lang="fr-CA" sz="1800" kern="1200" noProof="0" dirty="0">
              <a:solidFill>
                <a:srgbClr val="C00000"/>
              </a:solidFill>
            </a:rPr>
            <a:t>N4</a:t>
          </a:r>
          <a:r>
            <a:rPr lang="fr-CA" sz="1800" kern="1200" noProof="0" dirty="0"/>
            <a:t>(8%) </a:t>
          </a:r>
          <a:r>
            <a:rPr lang="fr-CA" sz="1800" kern="1200" noProof="0" dirty="0">
              <a:solidFill>
                <a:srgbClr val="C00000"/>
              </a:solidFill>
            </a:rPr>
            <a:t>N5</a:t>
          </a:r>
          <a:r>
            <a:rPr lang="fr-CA" sz="1800" kern="1200" noProof="0" dirty="0">
              <a:solidFill>
                <a:schemeClr val="tx1"/>
              </a:solidFill>
            </a:rPr>
            <a:t>(</a:t>
          </a:r>
          <a:r>
            <a:rPr lang="fr-CA" sz="1800" kern="1200" noProof="0" dirty="0"/>
            <a:t>6%) </a:t>
          </a:r>
          <a:r>
            <a:rPr lang="fr-CA" sz="1800" kern="1200" noProof="0" dirty="0">
              <a:solidFill>
                <a:srgbClr val="C00000"/>
              </a:solidFill>
            </a:rPr>
            <a:t>N6-15</a:t>
          </a:r>
          <a:r>
            <a:rPr lang="fr-CA" sz="1800" kern="1200" noProof="0" dirty="0">
              <a:solidFill>
                <a:schemeClr val="tx1"/>
              </a:solidFill>
            </a:rPr>
            <a:t>(</a:t>
          </a:r>
          <a:r>
            <a:rPr lang="fr-CA" sz="1800" kern="1200" noProof="0" dirty="0"/>
            <a:t>0.5%)</a:t>
          </a:r>
        </a:p>
      </dsp:txBody>
      <dsp:txXfrm rot="-5400000">
        <a:off x="1265493" y="3215472"/>
        <a:ext cx="2187259" cy="10603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DA319-4825-44ED-8621-80CF38207E1A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/>
            <a:t>Vous progressez grâce à :</a:t>
          </a:r>
        </a:p>
      </dsp:txBody>
      <dsp:txXfrm>
        <a:off x="27017" y="27017"/>
        <a:ext cx="5483391" cy="868383"/>
      </dsp:txXfrm>
    </dsp:sp>
    <dsp:sp modelId="{1CDEF956-A1B9-4BEF-8A2C-F5C41ECF22BB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/>
            <a:t>- Votre volume personnel (références directes)</a:t>
          </a:r>
        </a:p>
      </dsp:txBody>
      <dsp:txXfrm>
        <a:off x="576140" y="1117146"/>
        <a:ext cx="5353968" cy="868383"/>
      </dsp:txXfrm>
    </dsp:sp>
    <dsp:sp modelId="{D6B81F7D-2860-499B-BF87-D344B2CBF17C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/>
            <a:t>- Le volume total de votre équipe</a:t>
          </a:r>
        </a:p>
      </dsp:txBody>
      <dsp:txXfrm>
        <a:off x="1117067" y="2207275"/>
        <a:ext cx="5362164" cy="868383"/>
      </dsp:txXfrm>
    </dsp:sp>
    <dsp:sp modelId="{BE4E3871-776E-44BE-B952-5E4CCCDA02CB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/>
            <a:t>Tout est cumulatif. Rien ne se réinitialise.</a:t>
          </a:r>
        </a:p>
      </dsp:txBody>
      <dsp:txXfrm>
        <a:off x="1666191" y="3297404"/>
        <a:ext cx="5353968" cy="868383"/>
      </dsp:txXfrm>
    </dsp:sp>
    <dsp:sp modelId="{098E8F40-DACE-47DE-9F43-5379402EE008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2700" kern="1200" noProof="0" dirty="0"/>
        </a:p>
      </dsp:txBody>
      <dsp:txXfrm>
        <a:off x="6092028" y="706487"/>
        <a:ext cx="329765" cy="451177"/>
      </dsp:txXfrm>
    </dsp:sp>
    <dsp:sp modelId="{AF7A3675-9545-42D5-B57A-7E099D646E44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2700" kern="1200" noProof="0" dirty="0"/>
        </a:p>
      </dsp:txBody>
      <dsp:txXfrm>
        <a:off x="6641152" y="1796616"/>
        <a:ext cx="329765" cy="451177"/>
      </dsp:txXfrm>
    </dsp:sp>
    <dsp:sp modelId="{0E26CB0A-69B5-46AA-A38D-BE89EFACCAED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2700" kern="1200" noProof="0" dirty="0"/>
        </a:p>
      </dsp:txBody>
      <dsp:txXfrm>
        <a:off x="7182079" y="2886746"/>
        <a:ext cx="329765" cy="4511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747A2-DBFC-49B4-9230-5977B592114D}">
      <dsp:nvSpPr>
        <dsp:cNvPr id="0" name=""/>
        <dsp:cNvSpPr/>
      </dsp:nvSpPr>
      <dsp:spPr>
        <a:xfrm>
          <a:off x="2264065" y="192782"/>
          <a:ext cx="3825995" cy="1328717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FAF13-A4A8-44BB-8C1D-F02B041B23AF}">
      <dsp:nvSpPr>
        <dsp:cNvPr id="0" name=""/>
        <dsp:cNvSpPr/>
      </dsp:nvSpPr>
      <dsp:spPr>
        <a:xfrm>
          <a:off x="3812258" y="3446362"/>
          <a:ext cx="741472" cy="474542"/>
        </a:xfrm>
        <a:prstGeom prst="down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9E547D-7F14-43B7-B0AE-07346CACB80E}">
      <dsp:nvSpPr>
        <dsp:cNvPr id="0" name=""/>
        <dsp:cNvSpPr/>
      </dsp:nvSpPr>
      <dsp:spPr>
        <a:xfrm>
          <a:off x="2403462" y="3825995"/>
          <a:ext cx="3559065" cy="889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 noProof="0" dirty="0"/>
            <a:t>Votre effort se multiplie.</a:t>
          </a:r>
        </a:p>
      </dsp:txBody>
      <dsp:txXfrm>
        <a:off x="2403462" y="3825995"/>
        <a:ext cx="3559065" cy="889766"/>
      </dsp:txXfrm>
    </dsp:sp>
    <dsp:sp modelId="{05C160E9-0F39-4B89-BA2A-A82EAE1F2247}">
      <dsp:nvSpPr>
        <dsp:cNvPr id="0" name=""/>
        <dsp:cNvSpPr/>
      </dsp:nvSpPr>
      <dsp:spPr>
        <a:xfrm>
          <a:off x="3655066" y="1624120"/>
          <a:ext cx="1334649" cy="133464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noProof="0" dirty="0"/>
            <a:t>- Une équipe qui se développe = revenus exponentiels</a:t>
          </a:r>
        </a:p>
      </dsp:txBody>
      <dsp:txXfrm>
        <a:off x="3850521" y="1819575"/>
        <a:ext cx="943739" cy="943739"/>
      </dsp:txXfrm>
    </dsp:sp>
    <dsp:sp modelId="{C54D4CC4-76BC-4D99-BCE2-444F1F8ADD94}">
      <dsp:nvSpPr>
        <dsp:cNvPr id="0" name=""/>
        <dsp:cNvSpPr/>
      </dsp:nvSpPr>
      <dsp:spPr>
        <a:xfrm>
          <a:off x="2700050" y="622836"/>
          <a:ext cx="1334649" cy="1334649"/>
        </a:xfrm>
        <a:prstGeom prst="ellips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noProof="0" dirty="0"/>
            <a:t>- 1 consommateur référé = commissions à vie</a:t>
          </a:r>
        </a:p>
      </dsp:txBody>
      <dsp:txXfrm>
        <a:off x="2895505" y="818291"/>
        <a:ext cx="943739" cy="943739"/>
      </dsp:txXfrm>
    </dsp:sp>
    <dsp:sp modelId="{97628B7F-A625-44F9-B9FE-D24D9451E74A}">
      <dsp:nvSpPr>
        <dsp:cNvPr id="0" name=""/>
        <dsp:cNvSpPr/>
      </dsp:nvSpPr>
      <dsp:spPr>
        <a:xfrm>
          <a:off x="4064359" y="300147"/>
          <a:ext cx="1334649" cy="1334649"/>
        </a:xfrm>
        <a:prstGeom prst="ellips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noProof="0" dirty="0"/>
            <a:t>- 1 commerçant référé = commissions à vie</a:t>
          </a:r>
        </a:p>
      </dsp:txBody>
      <dsp:txXfrm>
        <a:off x="4259814" y="495602"/>
        <a:ext cx="943739" cy="943739"/>
      </dsp:txXfrm>
    </dsp:sp>
    <dsp:sp modelId="{766E670C-2142-44E0-8DBF-0C10A00E5402}">
      <dsp:nvSpPr>
        <dsp:cNvPr id="0" name=""/>
        <dsp:cNvSpPr/>
      </dsp:nvSpPr>
      <dsp:spPr>
        <a:xfrm>
          <a:off x="2106873" y="29658"/>
          <a:ext cx="4152243" cy="332179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CF33C-ED8D-4339-94DB-D222368BA397}">
      <dsp:nvSpPr>
        <dsp:cNvPr id="0" name=""/>
        <dsp:cNvSpPr/>
      </dsp:nvSpPr>
      <dsp:spPr>
        <a:xfrm>
          <a:off x="1054020" y="1227"/>
          <a:ext cx="1037953" cy="1037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9B47D-CFEC-4D2A-A12F-98A492DEE685}">
      <dsp:nvSpPr>
        <dsp:cNvPr id="0" name=""/>
        <dsp:cNvSpPr/>
      </dsp:nvSpPr>
      <dsp:spPr>
        <a:xfrm>
          <a:off x="1275223" y="222430"/>
          <a:ext cx="595546" cy="5955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FD70CA-38B2-412F-AF9F-CBBD3F1DAAD0}">
      <dsp:nvSpPr>
        <dsp:cNvPr id="0" name=""/>
        <dsp:cNvSpPr/>
      </dsp:nvSpPr>
      <dsp:spPr>
        <a:xfrm>
          <a:off x="722215" y="1362477"/>
          <a:ext cx="1701562" cy="680625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400" kern="1200" noProof="0" dirty="0"/>
            <a:t>- Aucun quota mensuel</a:t>
          </a:r>
        </a:p>
      </dsp:txBody>
      <dsp:txXfrm>
        <a:off x="722215" y="1362477"/>
        <a:ext cx="1701562" cy="680625"/>
      </dsp:txXfrm>
    </dsp:sp>
    <dsp:sp modelId="{F458E89D-002E-401B-AB6B-2FC053118FE7}">
      <dsp:nvSpPr>
        <dsp:cNvPr id="0" name=""/>
        <dsp:cNvSpPr/>
      </dsp:nvSpPr>
      <dsp:spPr>
        <a:xfrm>
          <a:off x="3053355" y="1227"/>
          <a:ext cx="1037953" cy="1037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0D326A-C78F-4400-A1CE-F4A02CA8C0F3}">
      <dsp:nvSpPr>
        <dsp:cNvPr id="0" name=""/>
        <dsp:cNvSpPr/>
      </dsp:nvSpPr>
      <dsp:spPr>
        <a:xfrm>
          <a:off x="3274559" y="222430"/>
          <a:ext cx="595546" cy="5955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738B28-83A4-49AD-B90C-D84238E55114}">
      <dsp:nvSpPr>
        <dsp:cNvPr id="0" name=""/>
        <dsp:cNvSpPr/>
      </dsp:nvSpPr>
      <dsp:spPr>
        <a:xfrm>
          <a:off x="2721551" y="1362477"/>
          <a:ext cx="1701562" cy="680625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400" kern="1200" noProof="0" dirty="0"/>
            <a:t>- Aucune obligation d'achat</a:t>
          </a:r>
        </a:p>
      </dsp:txBody>
      <dsp:txXfrm>
        <a:off x="2721551" y="1362477"/>
        <a:ext cx="1701562" cy="680625"/>
      </dsp:txXfrm>
    </dsp:sp>
    <dsp:sp modelId="{4C65B37F-BD2F-4D00-87F4-2B8649AEAC14}">
      <dsp:nvSpPr>
        <dsp:cNvPr id="0" name=""/>
        <dsp:cNvSpPr/>
      </dsp:nvSpPr>
      <dsp:spPr>
        <a:xfrm>
          <a:off x="5052691" y="1227"/>
          <a:ext cx="1037953" cy="1037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02192-99A3-4D45-8747-9D950480ED49}">
      <dsp:nvSpPr>
        <dsp:cNvPr id="0" name=""/>
        <dsp:cNvSpPr/>
      </dsp:nvSpPr>
      <dsp:spPr>
        <a:xfrm>
          <a:off x="5273895" y="222430"/>
          <a:ext cx="595546" cy="5955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02F531-C8C3-457B-910C-3CCC0F77E6A3}">
      <dsp:nvSpPr>
        <dsp:cNvPr id="0" name=""/>
        <dsp:cNvSpPr/>
      </dsp:nvSpPr>
      <dsp:spPr>
        <a:xfrm>
          <a:off x="4651769" y="1362477"/>
          <a:ext cx="1701562" cy="680625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400" kern="1200" noProof="0" dirty="0"/>
            <a:t>Aucune vente ou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400" kern="1200" noProof="0" dirty="0"/>
            <a:t>prospection</a:t>
          </a:r>
        </a:p>
      </dsp:txBody>
      <dsp:txXfrm>
        <a:off x="4651769" y="1362477"/>
        <a:ext cx="1701562" cy="680625"/>
      </dsp:txXfrm>
    </dsp:sp>
    <dsp:sp modelId="{A69BE285-E113-429B-9DF7-C9D7D25BE5EF}">
      <dsp:nvSpPr>
        <dsp:cNvPr id="0" name=""/>
        <dsp:cNvSpPr/>
      </dsp:nvSpPr>
      <dsp:spPr>
        <a:xfrm>
          <a:off x="7052027" y="1227"/>
          <a:ext cx="1037953" cy="1037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4FA62C-09EE-4600-ABCD-CF39641B06F8}">
      <dsp:nvSpPr>
        <dsp:cNvPr id="0" name=""/>
        <dsp:cNvSpPr/>
      </dsp:nvSpPr>
      <dsp:spPr>
        <a:xfrm>
          <a:off x="7273230" y="222430"/>
          <a:ext cx="595546" cy="5955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97BBD8-921D-4ABA-96E3-03EE52E680A1}">
      <dsp:nvSpPr>
        <dsp:cNvPr id="0" name=""/>
        <dsp:cNvSpPr/>
      </dsp:nvSpPr>
      <dsp:spPr>
        <a:xfrm>
          <a:off x="6720223" y="1362477"/>
          <a:ext cx="1701562" cy="680625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400" kern="1200" noProof="0" dirty="0"/>
            <a:t>- Modèle simple et durable</a:t>
          </a:r>
        </a:p>
      </dsp:txBody>
      <dsp:txXfrm>
        <a:off x="6720223" y="1362477"/>
        <a:ext cx="1701562" cy="680625"/>
      </dsp:txXfrm>
    </dsp:sp>
    <dsp:sp modelId="{20697C14-E4AD-4A42-843C-3A46F6E47B1F}">
      <dsp:nvSpPr>
        <dsp:cNvPr id="0" name=""/>
        <dsp:cNvSpPr/>
      </dsp:nvSpPr>
      <dsp:spPr>
        <a:xfrm>
          <a:off x="4053023" y="2468492"/>
          <a:ext cx="1037953" cy="10379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100F47-AE90-4B5B-84C1-50341B5284B8}">
      <dsp:nvSpPr>
        <dsp:cNvPr id="0" name=""/>
        <dsp:cNvSpPr/>
      </dsp:nvSpPr>
      <dsp:spPr>
        <a:xfrm>
          <a:off x="4274227" y="2689695"/>
          <a:ext cx="595546" cy="5955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74A903-9C25-4D51-9294-0865F55BC5D5}">
      <dsp:nvSpPr>
        <dsp:cNvPr id="0" name=""/>
        <dsp:cNvSpPr/>
      </dsp:nvSpPr>
      <dsp:spPr>
        <a:xfrm>
          <a:off x="3721219" y="3829742"/>
          <a:ext cx="1701562" cy="680625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400" kern="1200" noProof="0" dirty="0"/>
            <a:t>- Fonctionne pour les passifs comme pour les actifs</a:t>
          </a:r>
        </a:p>
      </dsp:txBody>
      <dsp:txXfrm>
        <a:off x="3721219" y="3829742"/>
        <a:ext cx="1701562" cy="68062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865DC-78B7-4705-B7DE-14C5AF24C706}">
      <dsp:nvSpPr>
        <dsp:cNvPr id="0" name=""/>
        <dsp:cNvSpPr/>
      </dsp:nvSpPr>
      <dsp:spPr>
        <a:xfrm>
          <a:off x="2369600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860459"/>
        <a:ext cx="27198" cy="5439"/>
      </dsp:txXfrm>
    </dsp:sp>
    <dsp:sp modelId="{3B79FF48-AE34-4EBD-9F6D-EBF54ECDE12B}">
      <dsp:nvSpPr>
        <dsp:cNvPr id="0" name=""/>
        <dsp:cNvSpPr/>
      </dsp:nvSpPr>
      <dsp:spPr>
        <a:xfrm>
          <a:off x="6282" y="1536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Vous partagez votre lien. Aucune vente. RabaisLocal s’occupe du reste.</a:t>
          </a:r>
        </a:p>
      </dsp:txBody>
      <dsp:txXfrm>
        <a:off x="6282" y="153643"/>
        <a:ext cx="2365117" cy="1419070"/>
      </dsp:txXfrm>
    </dsp:sp>
    <dsp:sp modelId="{74984C49-45EC-49DF-A53D-AA3518CCA1AC}">
      <dsp:nvSpPr>
        <dsp:cNvPr id="0" name=""/>
        <dsp:cNvSpPr/>
      </dsp:nvSpPr>
      <dsp:spPr>
        <a:xfrm>
          <a:off x="5278694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860459"/>
        <a:ext cx="27198" cy="5439"/>
      </dsp:txXfrm>
    </dsp:sp>
    <dsp:sp modelId="{343F4B6D-DB22-4DA2-8D71-75B8A5788415}">
      <dsp:nvSpPr>
        <dsp:cNvPr id="0" name=""/>
        <dsp:cNvSpPr/>
      </dsp:nvSpPr>
      <dsp:spPr>
        <a:xfrm>
          <a:off x="2915376" y="153643"/>
          <a:ext cx="2365117" cy="141907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L’IA et les automatisations convertissent vos référés en membres, abonnés et commerçants.</a:t>
          </a:r>
        </a:p>
      </dsp:txBody>
      <dsp:txXfrm>
        <a:off x="2915376" y="153643"/>
        <a:ext cx="2365117" cy="1419070"/>
      </dsp:txXfrm>
    </dsp:sp>
    <dsp:sp modelId="{0F585EF8-5433-45C4-8C0A-FC967AA591B6}">
      <dsp:nvSpPr>
        <dsp:cNvPr id="0" name=""/>
        <dsp:cNvSpPr/>
      </dsp:nvSpPr>
      <dsp:spPr>
        <a:xfrm>
          <a:off x="1188841" y="15709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1846" y="1824882"/>
        <a:ext cx="292178" cy="5439"/>
      </dsp:txXfrm>
    </dsp:sp>
    <dsp:sp modelId="{BAB48048-9A75-4601-AA67-9BE35ADF694C}">
      <dsp:nvSpPr>
        <dsp:cNvPr id="0" name=""/>
        <dsp:cNvSpPr/>
      </dsp:nvSpPr>
      <dsp:spPr>
        <a:xfrm>
          <a:off x="5824470" y="153643"/>
          <a:ext cx="2365117" cy="141907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Vous gagnez sur plusieurs niveaux selon votre rang.</a:t>
          </a:r>
        </a:p>
      </dsp:txBody>
      <dsp:txXfrm>
        <a:off x="5824470" y="153643"/>
        <a:ext cx="2365117" cy="1419070"/>
      </dsp:txXfrm>
    </dsp:sp>
    <dsp:sp modelId="{AB3D5D6F-5652-423C-A23E-E9348377A82A}">
      <dsp:nvSpPr>
        <dsp:cNvPr id="0" name=""/>
        <dsp:cNvSpPr/>
      </dsp:nvSpPr>
      <dsp:spPr>
        <a:xfrm>
          <a:off x="2369600" y="27805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2823506"/>
        <a:ext cx="27198" cy="5439"/>
      </dsp:txXfrm>
    </dsp:sp>
    <dsp:sp modelId="{78831710-A2C3-4322-BD78-3370536EF083}">
      <dsp:nvSpPr>
        <dsp:cNvPr id="0" name=""/>
        <dsp:cNvSpPr/>
      </dsp:nvSpPr>
      <dsp:spPr>
        <a:xfrm>
          <a:off x="6282" y="2116690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Commissions sur achats réels : abonnements, forfaits commerçants et consommateurs.</a:t>
          </a:r>
        </a:p>
      </dsp:txBody>
      <dsp:txXfrm>
        <a:off x="6282" y="2116690"/>
        <a:ext cx="2365117" cy="1419070"/>
      </dsp:txXfrm>
    </dsp:sp>
    <dsp:sp modelId="{D570CF78-6E37-4713-A80B-A45E1B0EB773}">
      <dsp:nvSpPr>
        <dsp:cNvPr id="0" name=""/>
        <dsp:cNvSpPr/>
      </dsp:nvSpPr>
      <dsp:spPr>
        <a:xfrm>
          <a:off x="5278694" y="27805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2823506"/>
        <a:ext cx="27198" cy="5439"/>
      </dsp:txXfrm>
    </dsp:sp>
    <dsp:sp modelId="{07B7BC17-5944-44FD-A04F-36153982659E}">
      <dsp:nvSpPr>
        <dsp:cNvPr id="0" name=""/>
        <dsp:cNvSpPr/>
      </dsp:nvSpPr>
      <dsp:spPr>
        <a:xfrm>
          <a:off x="2915376" y="2116690"/>
          <a:ext cx="2365117" cy="141907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Aucun achat obligatoire, aucun quota, frais prélevés seulement sur vos profits.</a:t>
          </a:r>
        </a:p>
      </dsp:txBody>
      <dsp:txXfrm>
        <a:off x="2915376" y="2116690"/>
        <a:ext cx="2365117" cy="1419070"/>
      </dsp:txXfrm>
    </dsp:sp>
    <dsp:sp modelId="{A2A633B6-AED6-4102-AF40-8861C90652E4}">
      <dsp:nvSpPr>
        <dsp:cNvPr id="0" name=""/>
        <dsp:cNvSpPr/>
      </dsp:nvSpPr>
      <dsp:spPr>
        <a:xfrm>
          <a:off x="5824470" y="2116690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Avertissement : Les revenus varient selon l’implication. Aucun revenu garanti.</a:t>
          </a:r>
        </a:p>
      </dsp:txBody>
      <dsp:txXfrm>
        <a:off x="5824470" y="2116690"/>
        <a:ext cx="2365117" cy="1419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5F0E4-449C-4DD9-808C-41C5EDEB3713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A9949-E4AB-47DC-9646-A7D1C714695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5008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A9949-E4AB-47DC-9646-A7D1C7146959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06753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Système de Rémunération RabaisLocal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3C6A80-8D45-5E81-6099-13DE9C0A5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3061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Comment vous gagnez de l'argent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4F76BD-26D4-AD95-5479-C991D7885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5379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Deux types de revenus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C309A6-E84C-85AB-A91E-C26E245DE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43654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Les commissions personnelles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7EE2C9-83B7-B85E-9620-4096DFFF3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99913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571A654-B47A-1FF3-5157-1F9635E4583D}"/>
              </a:ext>
            </a:extLst>
          </p:cNvPr>
          <p:cNvCxnSpPr>
            <a:cxnSpLocks/>
          </p:cNvCxnSpPr>
          <p:nvPr/>
        </p:nvCxnSpPr>
        <p:spPr>
          <a:xfrm>
            <a:off x="4798139" y="2792358"/>
            <a:ext cx="1789474" cy="24580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8AFF86F-06DD-D61B-6D65-0AC6C281E3DE}"/>
              </a:ext>
            </a:extLst>
          </p:cNvPr>
          <p:cNvCxnSpPr>
            <a:cxnSpLocks/>
          </p:cNvCxnSpPr>
          <p:nvPr/>
        </p:nvCxnSpPr>
        <p:spPr>
          <a:xfrm flipH="1">
            <a:off x="4798139" y="2792358"/>
            <a:ext cx="1553497" cy="24580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Les commissions d’équipe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81C5A0-727A-F548-4E3B-9BB82234B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906258"/>
              </p:ext>
            </p:extLst>
          </p:nvPr>
        </p:nvGraphicFramePr>
        <p:xfrm>
          <a:off x="1213530" y="1264567"/>
          <a:ext cx="6716939" cy="3002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D7743680-ECB4-D86D-116D-D791002F8426}"/>
              </a:ext>
            </a:extLst>
          </p:cNvPr>
          <p:cNvSpPr txBox="1"/>
          <p:nvPr/>
        </p:nvSpPr>
        <p:spPr>
          <a:xfrm>
            <a:off x="573358" y="5481236"/>
            <a:ext cx="44410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noProof="0" dirty="0"/>
              <a:t>En fait c'est comme si chaque affilié devenait une franchise et que ces franchises </a:t>
            </a:r>
          </a:p>
          <a:p>
            <a:pPr algn="ctr"/>
            <a:r>
              <a:rPr lang="fr-CA" sz="1600" noProof="0" dirty="0"/>
              <a:t>peuvent créer d’autres franchises…  Vous recevez des redevances sur vos franchises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DC76494-7332-2E16-42BB-7667FF71AFE0}"/>
              </a:ext>
            </a:extLst>
          </p:cNvPr>
          <p:cNvSpPr txBox="1"/>
          <p:nvPr/>
        </p:nvSpPr>
        <p:spPr>
          <a:xfrm>
            <a:off x="331172" y="3962378"/>
            <a:ext cx="8724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600" noProof="0" dirty="0"/>
              <a:t>RabaisLocal redistribue une partie des revenus à ceux qui ont contribué à faire grandir la communauté.</a:t>
            </a:r>
            <a:br>
              <a:rPr lang="fr-CA" sz="1600" noProof="0" dirty="0"/>
            </a:br>
            <a:r>
              <a:rPr lang="fr-CA" sz="1600" noProof="0" dirty="0"/>
              <a:t>Si quelqu’un découvre la plateforme grâce à toi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5A3B1-4681-2CB2-AFBE-5E399856CFA5}"/>
              </a:ext>
            </a:extLst>
          </p:cNvPr>
          <p:cNvSpPr/>
          <p:nvPr/>
        </p:nvSpPr>
        <p:spPr>
          <a:xfrm>
            <a:off x="-1" y="3508325"/>
            <a:ext cx="9144002" cy="185177"/>
          </a:xfrm>
          <a:prstGeom prst="rect">
            <a:avLst/>
          </a:prstGeom>
          <a:solidFill>
            <a:srgbClr val="2B48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26C7EB-F009-F2CB-D005-BF768304DCEB}"/>
              </a:ext>
            </a:extLst>
          </p:cNvPr>
          <p:cNvSpPr txBox="1"/>
          <p:nvPr/>
        </p:nvSpPr>
        <p:spPr>
          <a:xfrm>
            <a:off x="4433782" y="4479593"/>
            <a:ext cx="332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noProof="0" dirty="0">
                <a:solidFill>
                  <a:srgbClr val="C00000"/>
                </a:solidFill>
              </a:rPr>
              <a:t>— directement ou indirectement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003A5A7-D344-D97C-0BD6-3E128605D1EF}"/>
              </a:ext>
            </a:extLst>
          </p:cNvPr>
          <p:cNvSpPr txBox="1"/>
          <p:nvPr/>
        </p:nvSpPr>
        <p:spPr>
          <a:xfrm>
            <a:off x="1028697" y="4451915"/>
            <a:ext cx="3415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noProof="0" dirty="0">
                <a:solidFill>
                  <a:srgbClr val="C00000"/>
                </a:solidFill>
              </a:rPr>
              <a:t>— tu es remercié pour ton impact.</a:t>
            </a:r>
          </a:p>
        </p:txBody>
      </p:sp>
      <p:sp>
        <p:nvSpPr>
          <p:cNvPr id="12" name="AutoShape 2" descr="Image de ">
            <a:extLst>
              <a:ext uri="{FF2B5EF4-FFF2-40B4-BE49-F238E27FC236}">
                <a16:creationId xmlns:a16="http://schemas.microsoft.com/office/drawing/2014/main" id="{B64CD2EE-B23D-5156-638C-A7BC19C88D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2453898" cy="245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 noProof="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EF68865-5DFF-8E21-F2FE-6A99D29245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0524" y="5481236"/>
            <a:ext cx="3420118" cy="1047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 Rang &amp; pourcentage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0A0843-A14F-20C2-4C29-115629695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09790"/>
              </p:ext>
            </p:extLst>
          </p:nvPr>
        </p:nvGraphicFramePr>
        <p:xfrm>
          <a:off x="363793" y="1724810"/>
          <a:ext cx="3510117" cy="4968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9302C6-BEE4-1D9E-4D5B-8FF09812AE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134557"/>
              </p:ext>
            </p:extLst>
          </p:nvPr>
        </p:nvGraphicFramePr>
        <p:xfrm>
          <a:off x="4601497" y="1732633"/>
          <a:ext cx="3510117" cy="4968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Système d’avancement cumulatif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F626D8-0B21-D95D-7368-BDA68BB75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28243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Exemples de gains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5C57B2-3A77-F023-8295-37EE7B763A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531072"/>
              </p:ext>
            </p:extLst>
          </p:nvPr>
        </p:nvGraphicFramePr>
        <p:xfrm>
          <a:off x="-2348847" y="1230264"/>
          <a:ext cx="8365990" cy="4745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7B178A7F-2020-996F-252C-EF3B30838B3A}"/>
              </a:ext>
            </a:extLst>
          </p:cNvPr>
          <p:cNvSpPr txBox="1"/>
          <p:nvPr/>
        </p:nvSpPr>
        <p:spPr>
          <a:xfrm>
            <a:off x="3509236" y="1751731"/>
            <a:ext cx="558914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 noProof="0" dirty="0"/>
              <a:t>Exemple 1 — Bâtisseur</a:t>
            </a:r>
          </a:p>
          <a:p>
            <a:r>
              <a:rPr lang="fr-CA" sz="1400" i="1" noProof="0" dirty="0"/>
              <a:t>Tu as référé : 15 consommateurs + 4 commerces + 5 affiliés. </a:t>
            </a:r>
            <a:r>
              <a:rPr lang="fr-CA" sz="1400" noProof="0" dirty="0"/>
              <a:t>Ton équipe commence doucement à croître.</a:t>
            </a:r>
          </a:p>
          <a:p>
            <a:endParaRPr lang="fr-CA" sz="500" noProof="0" dirty="0"/>
          </a:p>
          <a:p>
            <a:r>
              <a:rPr lang="fr-CA" sz="1600" noProof="0" dirty="0"/>
              <a:t>👉 </a:t>
            </a:r>
            <a:r>
              <a:rPr lang="fr-CA" sz="1600" b="1" noProof="0" dirty="0"/>
              <a:t>Gains estimés : 45 $ à 70 $ / mois</a:t>
            </a:r>
            <a:br>
              <a:rPr lang="fr-CA" noProof="0" dirty="0"/>
            </a:br>
            <a:r>
              <a:rPr lang="fr-CA" sz="1400" noProof="0" dirty="0"/>
              <a:t>(Commissions sur consommateurs, commerces + début de duplication sur 2 niveaux.)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6ABD694-956C-897B-51BA-3376EA8262C3}"/>
              </a:ext>
            </a:extLst>
          </p:cNvPr>
          <p:cNvSpPr txBox="1"/>
          <p:nvPr/>
        </p:nvSpPr>
        <p:spPr>
          <a:xfrm>
            <a:off x="3555674" y="3595311"/>
            <a:ext cx="71048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 noProof="0" dirty="0"/>
              <a:t>Exemple 2 — Gérant de Territoire</a:t>
            </a:r>
          </a:p>
          <a:p>
            <a:r>
              <a:rPr lang="fr-CA" sz="1400" i="1" noProof="0" dirty="0"/>
              <a:t>Ton équipe a continué à se développer (1000 membres environ sur 5 niveaux).</a:t>
            </a:r>
            <a:br>
              <a:rPr lang="fr-CA" sz="1400" noProof="0" dirty="0"/>
            </a:br>
            <a:r>
              <a:rPr lang="fr-CA" sz="1400" noProof="0" dirty="0"/>
              <a:t>Avec ton réseau + la duplication naturelle → revenus plus stables.</a:t>
            </a:r>
          </a:p>
          <a:p>
            <a:endParaRPr lang="fr-CA" sz="400" noProof="0" dirty="0"/>
          </a:p>
          <a:p>
            <a:r>
              <a:rPr lang="fr-CA" sz="1600" noProof="0" dirty="0"/>
              <a:t>👉 </a:t>
            </a:r>
            <a:r>
              <a:rPr lang="fr-CA" sz="1600" b="1" noProof="0" dirty="0"/>
              <a:t>Gains estimés : 200 $ à 500 $ / mois</a:t>
            </a:r>
            <a:br>
              <a:rPr lang="fr-CA" noProof="0" dirty="0"/>
            </a:br>
            <a:r>
              <a:rPr lang="fr-CA" sz="1400" noProof="0" dirty="0"/>
              <a:t>(Revenus résiduels de consommateurs, commerces + affiliés.)</a:t>
            </a:r>
            <a:endParaRPr lang="fr-CA" noProof="0" dirty="0"/>
          </a:p>
          <a:p>
            <a:endParaRPr lang="fr-CA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F2F1B1-58B4-8285-1EC5-ED593B092EDB}"/>
              </a:ext>
            </a:extLst>
          </p:cNvPr>
          <p:cNvSpPr txBox="1"/>
          <p:nvPr/>
        </p:nvSpPr>
        <p:spPr>
          <a:xfrm>
            <a:off x="3569052" y="5018028"/>
            <a:ext cx="5469511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600" b="1" noProof="0" dirty="0"/>
              <a:t>Exemple 3 — Président</a:t>
            </a:r>
          </a:p>
          <a:p>
            <a:r>
              <a:rPr lang="fr-CA" sz="1400" i="1" noProof="0" dirty="0"/>
              <a:t>Tu as bâti 3 bonnes équipes avec leaders actifs. Le réseau roule tout seul.</a:t>
            </a:r>
            <a:br>
              <a:rPr lang="fr-CA" sz="1400" noProof="0" dirty="0"/>
            </a:br>
            <a:r>
              <a:rPr lang="fr-CA" sz="1400" noProof="0" dirty="0"/>
              <a:t>Tes efforts commencent à te payer sérieusement.</a:t>
            </a:r>
          </a:p>
          <a:p>
            <a:endParaRPr lang="fr-CA" sz="300" noProof="0" dirty="0"/>
          </a:p>
          <a:p>
            <a:r>
              <a:rPr lang="fr-CA" sz="1600" noProof="0" dirty="0"/>
              <a:t>👉 </a:t>
            </a:r>
            <a:r>
              <a:rPr lang="fr-CA" sz="1600" b="1" noProof="0" dirty="0"/>
              <a:t>Gains estimés : 1 000 $ à 2 000 $ / mois</a:t>
            </a:r>
            <a:br>
              <a:rPr lang="fr-CA" noProof="0" dirty="0"/>
            </a:br>
            <a:r>
              <a:rPr lang="fr-CA" sz="1400" noProof="0" dirty="0"/>
              <a:t>(Revenus multicanaux + profondeur + commerces.)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3D05E33-F538-2774-6F50-71A1CDAD3AFC}"/>
              </a:ext>
            </a:extLst>
          </p:cNvPr>
          <p:cNvSpPr txBox="1"/>
          <p:nvPr/>
        </p:nvSpPr>
        <p:spPr>
          <a:xfrm>
            <a:off x="894294" y="6581001"/>
            <a:ext cx="777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200" b="1" u="sng" noProof="0" dirty="0"/>
              <a:t>Les revenus présentés sont des estimations. Les résultats varient d’une personne à l’autre. </a:t>
            </a:r>
            <a:r>
              <a:rPr lang="fr-CA" sz="1400" b="1" u="sng" noProof="0" dirty="0"/>
              <a:t>Aucun gain n’est garanti</a:t>
            </a:r>
            <a:r>
              <a:rPr lang="fr-CA" sz="1200" b="1" u="sng" noProof="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CA" sz="3500" noProof="0" dirty="0">
                <a:solidFill>
                  <a:srgbClr val="FFFFFF"/>
                </a:solidFill>
              </a:rPr>
              <a:t>Pourquoi ce système fonctionne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C81A06-FB4A-4984-53D4-C22BD695E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702590"/>
              </p:ext>
            </p:extLst>
          </p:nvPr>
        </p:nvGraphicFramePr>
        <p:xfrm>
          <a:off x="-3" y="867538"/>
          <a:ext cx="9144001" cy="4511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5DEA2EC-B484-3206-64D2-436A39EA6806}"/>
              </a:ext>
            </a:extLst>
          </p:cNvPr>
          <p:cNvSpPr/>
          <p:nvPr/>
        </p:nvSpPr>
        <p:spPr>
          <a:xfrm>
            <a:off x="2123769" y="5242402"/>
            <a:ext cx="7177547" cy="10772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isometricOffAxis1Right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1" cap="none" spc="0" noProof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RabaisLocal automatise </a:t>
            </a:r>
            <a:r>
              <a:rPr lang="fr-CA" sz="3200" b="1" noProof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tout le processus </a:t>
            </a:r>
          </a:p>
          <a:p>
            <a:pPr algn="ctr"/>
            <a:r>
              <a:rPr lang="fr-CA" sz="3200" b="1" noProof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grâce à La technologie et l</a:t>
            </a:r>
            <a:r>
              <a:rPr lang="fr-CA" sz="3200" b="1" cap="none" spc="0" noProof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’IA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Résumé – Comment RabaisLocal vous rémunère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CCB1170-116F-7133-D7DE-146FD5C226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7220066"/>
              </p:ext>
            </p:extLst>
          </p:nvPr>
        </p:nvGraphicFramePr>
        <p:xfrm>
          <a:off x="474064" y="2852133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463DD3D5-586B-1783-7444-E7485C790FB7}"/>
              </a:ext>
            </a:extLst>
          </p:cNvPr>
          <p:cNvSpPr txBox="1"/>
          <p:nvPr/>
        </p:nvSpPr>
        <p:spPr>
          <a:xfrm>
            <a:off x="474064" y="2647736"/>
            <a:ext cx="2348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 dirty="0"/>
              <a:t>1. Référer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B55893-9767-59BD-D0C9-4AC1D604F839}"/>
              </a:ext>
            </a:extLst>
          </p:cNvPr>
          <p:cNvSpPr txBox="1"/>
          <p:nvPr/>
        </p:nvSpPr>
        <p:spPr>
          <a:xfrm>
            <a:off x="3379557" y="2647736"/>
            <a:ext cx="2384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 dirty="0"/>
              <a:t>2.RabaisLocal convertit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88EF44-D62F-E8B2-B9A6-641711BA5D60}"/>
              </a:ext>
            </a:extLst>
          </p:cNvPr>
          <p:cNvSpPr txBox="1"/>
          <p:nvPr/>
        </p:nvSpPr>
        <p:spPr>
          <a:xfrm>
            <a:off x="6321022" y="2647736"/>
            <a:ext cx="2384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3. Votre équipe grandit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FEDE7A5-6FEC-A148-2406-4B4C4E79BEBB}"/>
              </a:ext>
            </a:extLst>
          </p:cNvPr>
          <p:cNvSpPr txBox="1"/>
          <p:nvPr/>
        </p:nvSpPr>
        <p:spPr>
          <a:xfrm>
            <a:off x="373234" y="4686689"/>
            <a:ext cx="2550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4. Un volume long terme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6CDA088-1845-85D5-0DC1-0B1BAC1F51AA}"/>
              </a:ext>
            </a:extLst>
          </p:cNvPr>
          <p:cNvSpPr txBox="1"/>
          <p:nvPr/>
        </p:nvSpPr>
        <p:spPr>
          <a:xfrm>
            <a:off x="3420269" y="4421311"/>
            <a:ext cx="2431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5. Simple. Transparent. </a:t>
            </a:r>
          </a:p>
          <a:p>
            <a:pPr algn="ctr"/>
            <a:r>
              <a:rPr lang="fr-CA" b="1" dirty="0"/>
              <a:t>Puissant.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1970</TotalTime>
  <Words>710</Words>
  <Application>Microsoft Office PowerPoint</Application>
  <PresentationFormat>Affichage à l'écran (4:3)</PresentationFormat>
  <Paragraphs>92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Système de Rémunération RabaisLocal</vt:lpstr>
      <vt:lpstr>Comment vous gagnez de l'argent</vt:lpstr>
      <vt:lpstr>Deux types de revenus</vt:lpstr>
      <vt:lpstr>Les commissions personnelles</vt:lpstr>
      <vt:lpstr>Les commissions d’équipe</vt:lpstr>
      <vt:lpstr> Rang &amp; pourcentage</vt:lpstr>
      <vt:lpstr>Système d’avancement cumulatif</vt:lpstr>
      <vt:lpstr>Exemples de gains</vt:lpstr>
      <vt:lpstr>Pourquoi ce système fonctionne</vt:lpstr>
      <vt:lpstr>Résumé – Comment RabaisLocal vous rémunère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manager</dc:creator>
  <cp:keywords/>
  <dc:description>generated using python-pptx</dc:description>
  <cp:lastModifiedBy>Dany Gosselin</cp:lastModifiedBy>
  <cp:revision>10</cp:revision>
  <dcterms:created xsi:type="dcterms:W3CDTF">2013-01-27T09:14:16Z</dcterms:created>
  <dcterms:modified xsi:type="dcterms:W3CDTF">2025-12-11T16:42:11Z</dcterms:modified>
  <cp:category/>
</cp:coreProperties>
</file>